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08" r:id="rId1"/>
  </p:sldMasterIdLst>
  <p:notesMasterIdLst>
    <p:notesMasterId r:id="rId25"/>
  </p:notesMasterIdLst>
  <p:handoutMasterIdLst>
    <p:handoutMasterId r:id="rId26"/>
  </p:handoutMasterIdLst>
  <p:sldIdLst>
    <p:sldId id="2134804702" r:id="rId2"/>
    <p:sldId id="2134804704" r:id="rId3"/>
    <p:sldId id="2134804687" r:id="rId4"/>
    <p:sldId id="2134804703" r:id="rId5"/>
    <p:sldId id="2134804705" r:id="rId6"/>
    <p:sldId id="2134804719" r:id="rId7"/>
    <p:sldId id="2134804706" r:id="rId8"/>
    <p:sldId id="2134804716" r:id="rId9"/>
    <p:sldId id="2134804717" r:id="rId10"/>
    <p:sldId id="2134804718" r:id="rId11"/>
    <p:sldId id="2134804707" r:id="rId12"/>
    <p:sldId id="2134804720" r:id="rId13"/>
    <p:sldId id="2134804721" r:id="rId14"/>
    <p:sldId id="2134804722" r:id="rId15"/>
    <p:sldId id="2134804723" r:id="rId16"/>
    <p:sldId id="2134804708" r:id="rId17"/>
    <p:sldId id="2134804710" r:id="rId18"/>
    <p:sldId id="2134804712" r:id="rId19"/>
    <p:sldId id="2134804715" r:id="rId20"/>
    <p:sldId id="2134804714" r:id="rId21"/>
    <p:sldId id="2134804713" r:id="rId22"/>
    <p:sldId id="2134804680" r:id="rId23"/>
    <p:sldId id="2134804711" r:id="rId24"/>
  </p:sldIdLst>
  <p:sldSz cx="12192000" cy="6858000"/>
  <p:notesSz cx="6797675" cy="9926638"/>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Standardabschnitt" id="{39C97FA4-6F66-4DCE-AC14-8C14A8BE1D6E}">
          <p14:sldIdLst>
            <p14:sldId id="2134804702"/>
            <p14:sldId id="2134804704"/>
            <p14:sldId id="2134804687"/>
            <p14:sldId id="2134804703"/>
            <p14:sldId id="2134804705"/>
            <p14:sldId id="2134804719"/>
            <p14:sldId id="2134804706"/>
            <p14:sldId id="2134804716"/>
            <p14:sldId id="2134804717"/>
            <p14:sldId id="2134804718"/>
            <p14:sldId id="2134804707"/>
            <p14:sldId id="2134804720"/>
            <p14:sldId id="2134804721"/>
            <p14:sldId id="2134804722"/>
            <p14:sldId id="2134804723"/>
            <p14:sldId id="2134804708"/>
            <p14:sldId id="2134804710"/>
            <p14:sldId id="2134804712"/>
            <p14:sldId id="2134804715"/>
            <p14:sldId id="2134804714"/>
            <p14:sldId id="2134804713"/>
            <p14:sldId id="2134804680"/>
            <p14:sldId id="2134804711"/>
          </p14:sldIdLst>
        </p14:section>
      </p14:sectionLst>
    </p:ext>
    <p:ext uri="{EFAFB233-063F-42B5-8137-9DF3F51BA10A}">
      <p15:sldGuideLst xmlns:p15="http://schemas.microsoft.com/office/powerpoint/2012/main">
        <p15:guide id="1" orient="horz" pos="1139" userDrawn="1">
          <p15:clr>
            <a:srgbClr val="A4A3A4"/>
          </p15:clr>
        </p15:guide>
        <p15:guide id="2" pos="312" userDrawn="1">
          <p15:clr>
            <a:srgbClr val="A4A3A4"/>
          </p15:clr>
        </p15:guide>
        <p15:guide id="3" pos="9928" userDrawn="1">
          <p15:clr>
            <a:srgbClr val="A4A3A4"/>
          </p15:clr>
        </p15:guide>
        <p15:guide id="4" orient="horz" pos="958" userDrawn="1">
          <p15:clr>
            <a:srgbClr val="A4A3A4"/>
          </p15:clr>
        </p15:guide>
        <p15:guide id="5" pos="10019" userDrawn="1">
          <p15:clr>
            <a:srgbClr val="A4A3A4"/>
          </p15:clr>
        </p15:guide>
        <p15:guide id="6" pos="221" userDrawn="1">
          <p15:clr>
            <a:srgbClr val="A4A3A4"/>
          </p15:clr>
        </p15:guide>
        <p15:guide id="7" orient="horz" pos="3929" userDrawn="1">
          <p15:clr>
            <a:srgbClr val="A4A3A4"/>
          </p15:clr>
        </p15:guide>
        <p15:guide id="8" pos="5029" userDrawn="1">
          <p15:clr>
            <a:srgbClr val="A4A3A4"/>
          </p15:clr>
        </p15:guide>
        <p15:guide id="9" pos="5211" userDrawn="1">
          <p15:clr>
            <a:srgbClr val="A4A3A4"/>
          </p15:clr>
        </p15:guide>
        <p15:guide id="10" pos="301" userDrawn="1">
          <p15:clr>
            <a:srgbClr val="A4A3A4"/>
          </p15:clr>
        </p15:guide>
        <p15:guide id="11" pos="7379"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0C0BC"/>
    <a:srgbClr val="13A39A"/>
    <a:srgbClr val="00DED9"/>
    <a:srgbClr val="F2F2F2"/>
    <a:srgbClr val="7E8397"/>
    <a:srgbClr val="85BBE1"/>
    <a:srgbClr val="0014A0"/>
    <a:srgbClr val="6D7E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unkle Formatvorlage 1 - Akz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06" autoAdjust="0"/>
    <p:restoredTop sz="79498" autoAdjust="0"/>
  </p:normalViewPr>
  <p:slideViewPr>
    <p:cSldViewPr>
      <p:cViewPr varScale="1">
        <p:scale>
          <a:sx n="90" d="100"/>
          <a:sy n="90" d="100"/>
        </p:scale>
        <p:origin x="1776" y="84"/>
      </p:cViewPr>
      <p:guideLst>
        <p:guide orient="horz" pos="1139"/>
        <p:guide pos="312"/>
        <p:guide pos="9928"/>
        <p:guide orient="horz" pos="958"/>
        <p:guide pos="10019"/>
        <p:guide pos="221"/>
        <p:guide orient="horz" pos="3929"/>
        <p:guide pos="5029"/>
        <p:guide pos="5211"/>
        <p:guide pos="301"/>
        <p:guide pos="7379"/>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123" d="100"/>
          <a:sy n="123" d="100"/>
        </p:scale>
        <p:origin x="-1008" y="-9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A135B692-19C0-4622-B9D8-A131620923FC}"/>
              </a:ext>
            </a:extLst>
          </p:cNvPr>
          <p:cNvSpPr>
            <a:spLocks noGrp="1"/>
          </p:cNvSpPr>
          <p:nvPr>
            <p:ph type="hdr" sz="quarter"/>
          </p:nvPr>
        </p:nvSpPr>
        <p:spPr>
          <a:xfrm>
            <a:off x="0" y="0"/>
            <a:ext cx="2945659" cy="496332"/>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de-DE"/>
          </a:p>
        </p:txBody>
      </p:sp>
      <p:sp>
        <p:nvSpPr>
          <p:cNvPr id="3" name="Datumsplatzhalter 2">
            <a:extLst>
              <a:ext uri="{FF2B5EF4-FFF2-40B4-BE49-F238E27FC236}">
                <a16:creationId xmlns:a16="http://schemas.microsoft.com/office/drawing/2014/main" id="{9E1EA976-CCF3-4F18-A9B1-6D0A9B364B2F}"/>
              </a:ext>
            </a:extLst>
          </p:cNvPr>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B4FC1CB2-5048-4AFA-AD5F-B8CC1A6820B9}" type="datetimeFigureOut">
              <a:rPr lang="de-DE"/>
              <a:pPr>
                <a:defRPr/>
              </a:pPr>
              <a:t>15.06.2025</a:t>
            </a:fld>
            <a:endParaRPr lang="de-DE"/>
          </a:p>
        </p:txBody>
      </p:sp>
      <p:sp>
        <p:nvSpPr>
          <p:cNvPr id="4" name="Fußzeilenplatzhalter 3">
            <a:extLst>
              <a:ext uri="{FF2B5EF4-FFF2-40B4-BE49-F238E27FC236}">
                <a16:creationId xmlns:a16="http://schemas.microsoft.com/office/drawing/2014/main" id="{60673A32-A8F2-463E-997B-5CDC81AADB06}"/>
              </a:ext>
            </a:extLst>
          </p:cNvPr>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de-DE"/>
          </a:p>
        </p:txBody>
      </p:sp>
      <p:sp>
        <p:nvSpPr>
          <p:cNvPr id="5" name="Foliennummernplatzhalter 4">
            <a:extLst>
              <a:ext uri="{FF2B5EF4-FFF2-40B4-BE49-F238E27FC236}">
                <a16:creationId xmlns:a16="http://schemas.microsoft.com/office/drawing/2014/main" id="{45306EA5-EE45-4382-BD32-7DB4D2F68C91}"/>
              </a:ext>
            </a:extLst>
          </p:cNvPr>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03850B8C-DF87-4FCE-B7D7-796C100EBE49}" type="slidenum">
              <a:rPr lang="de-DE"/>
              <a:pPr>
                <a:defRPr/>
              </a:pPr>
              <a:t>‹Nr.›</a:t>
            </a:fld>
            <a:endParaRPr 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7089C72-6B50-4C84-A90D-74230D7EAE6F}"/>
              </a:ext>
            </a:extLst>
          </p:cNvPr>
          <p:cNvSpPr>
            <a:spLocks noGrp="1"/>
          </p:cNvSpPr>
          <p:nvPr>
            <p:ph type="hdr" sz="quarter"/>
          </p:nvPr>
        </p:nvSpPr>
        <p:spPr>
          <a:xfrm>
            <a:off x="0" y="0"/>
            <a:ext cx="2945659" cy="496332"/>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de-DE"/>
          </a:p>
        </p:txBody>
      </p:sp>
      <p:sp>
        <p:nvSpPr>
          <p:cNvPr id="3" name="Datumsplatzhalter 2">
            <a:extLst>
              <a:ext uri="{FF2B5EF4-FFF2-40B4-BE49-F238E27FC236}">
                <a16:creationId xmlns:a16="http://schemas.microsoft.com/office/drawing/2014/main" id="{1DC9E4FA-B25D-4743-840A-AE0ABFF5EBBD}"/>
              </a:ext>
            </a:extLst>
          </p:cNvPr>
          <p:cNvSpPr>
            <a:spLocks noGrp="1"/>
          </p:cNvSpPr>
          <p:nvPr>
            <p:ph type="dt" idx="1"/>
          </p:nvPr>
        </p:nvSpPr>
        <p:spPr>
          <a:xfrm>
            <a:off x="3850443" y="0"/>
            <a:ext cx="2945659" cy="496332"/>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169AA5E2-535A-4E65-9105-D7D27AAE5B4E}" type="datetimeFigureOut">
              <a:rPr lang="de-DE"/>
              <a:pPr>
                <a:defRPr/>
              </a:pPr>
              <a:t>15.06.2025</a:t>
            </a:fld>
            <a:endParaRPr lang="de-DE"/>
          </a:p>
        </p:txBody>
      </p:sp>
      <p:sp>
        <p:nvSpPr>
          <p:cNvPr id="4" name="Folienbildplatzhalter 3">
            <a:extLst>
              <a:ext uri="{FF2B5EF4-FFF2-40B4-BE49-F238E27FC236}">
                <a16:creationId xmlns:a16="http://schemas.microsoft.com/office/drawing/2014/main" id="{E1BDD39B-D6D2-42C6-8156-4C65F355E69D}"/>
              </a:ext>
            </a:extLst>
          </p:cNvPr>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a:extLst>
              <a:ext uri="{FF2B5EF4-FFF2-40B4-BE49-F238E27FC236}">
                <a16:creationId xmlns:a16="http://schemas.microsoft.com/office/drawing/2014/main" id="{2A5E349C-8215-4BA5-9111-F259A9F18697}"/>
              </a:ext>
            </a:extLst>
          </p:cNvPr>
          <p:cNvSpPr>
            <a:spLocks noGrp="1"/>
          </p:cNvSpPr>
          <p:nvPr>
            <p:ph type="body" sz="quarter" idx="3"/>
          </p:nvPr>
        </p:nvSpPr>
        <p:spPr>
          <a:xfrm>
            <a:off x="401252" y="4715153"/>
            <a:ext cx="6031363" cy="4466987"/>
          </a:xfrm>
          <a:prstGeom prst="rect">
            <a:avLst/>
          </a:prstGeom>
        </p:spPr>
        <p:txBody>
          <a:bodyPr vert="horz" lIns="0" tIns="0" rIns="0" bIns="0" rtlCol="0"/>
          <a:lstStyle/>
          <a:p>
            <a:pPr lvl="0"/>
            <a:r>
              <a:rPr lang="de-DE" noProof="0" dirty="0"/>
              <a:t>Textmasterformat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6" name="Fußzeilenplatzhalter 5">
            <a:extLst>
              <a:ext uri="{FF2B5EF4-FFF2-40B4-BE49-F238E27FC236}">
                <a16:creationId xmlns:a16="http://schemas.microsoft.com/office/drawing/2014/main" id="{45A99C1D-7494-4DC3-83B7-E8A3B97877F3}"/>
              </a:ext>
            </a:extLst>
          </p:cNvPr>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de-DE"/>
          </a:p>
        </p:txBody>
      </p:sp>
      <p:sp>
        <p:nvSpPr>
          <p:cNvPr id="7" name="Foliennummernplatzhalter 6">
            <a:extLst>
              <a:ext uri="{FF2B5EF4-FFF2-40B4-BE49-F238E27FC236}">
                <a16:creationId xmlns:a16="http://schemas.microsoft.com/office/drawing/2014/main" id="{5582EDE4-30A3-491B-8A34-89D8DFE2C62E}"/>
              </a:ext>
            </a:extLst>
          </p:cNvPr>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933E609E-29E7-47DF-8388-48CA1BD678D7}" type="slidenum">
              <a:rPr lang="de-DE"/>
              <a:pPr>
                <a:defRPr/>
              </a:pPr>
              <a:t>‹Nr.›</a:t>
            </a:fld>
            <a:endParaRPr lang="de-DE"/>
          </a:p>
        </p:txBody>
      </p:sp>
    </p:spTree>
  </p:cSld>
  <p:clrMap bg1="lt1" tx1="dk1" bg2="lt2" tx2="dk2" accent1="accent1" accent2="accent2" accent3="accent3" accent4="accent4" accent5="accent5" accent6="accent6" hlink="hlink" folHlink="folHlink"/>
  <p:notesStyle>
    <a:lvl1pPr marL="171450" indent="-171450" algn="l" rtl="0" fontAlgn="base">
      <a:spcBef>
        <a:spcPct val="30000"/>
      </a:spcBef>
      <a:spcAft>
        <a:spcPct val="0"/>
      </a:spcAft>
      <a:buFont typeface="Arial" panose="020B0604020202020204" pitchFamily="34" charset="0"/>
      <a:buChar char="•"/>
      <a:defRPr sz="1200" kern="1200">
        <a:solidFill>
          <a:schemeClr val="tx1"/>
        </a:solidFill>
        <a:latin typeface="+mn-lt"/>
        <a:ea typeface="+mn-ea"/>
        <a:cs typeface="+mn-cs"/>
      </a:defRPr>
    </a:lvl1pPr>
    <a:lvl2pPr marL="628650" indent="-171450" algn="l" rtl="0" fontAlgn="base">
      <a:spcBef>
        <a:spcPct val="30000"/>
      </a:spcBef>
      <a:spcAft>
        <a:spcPct val="0"/>
      </a:spcAft>
      <a:buFont typeface="Arial" panose="020B0604020202020204" pitchFamily="34" charset="0"/>
      <a:buChar char="–"/>
      <a:defRPr sz="1200" kern="1200">
        <a:solidFill>
          <a:schemeClr val="tx1"/>
        </a:solidFill>
        <a:latin typeface="+mn-lt"/>
        <a:ea typeface="+mn-ea"/>
        <a:cs typeface="+mn-cs"/>
      </a:defRPr>
    </a:lvl2pPr>
    <a:lvl3pPr marL="1085850" indent="-171450" algn="l" rtl="0" fontAlgn="base">
      <a:spcBef>
        <a:spcPct val="30000"/>
      </a:spcBef>
      <a:spcAft>
        <a:spcPct val="0"/>
      </a:spcAft>
      <a:buFont typeface="Arial" panose="020B0604020202020204" pitchFamily="34" charset="0"/>
      <a:buChar char="–"/>
      <a:defRPr sz="1200" kern="1200">
        <a:solidFill>
          <a:schemeClr val="tx1"/>
        </a:solidFill>
        <a:latin typeface="+mn-lt"/>
        <a:ea typeface="+mn-ea"/>
        <a:cs typeface="+mn-cs"/>
      </a:defRPr>
    </a:lvl3pPr>
    <a:lvl4pPr marL="1543050" indent="-171450" algn="l" rtl="0" fontAlgn="base">
      <a:spcBef>
        <a:spcPct val="30000"/>
      </a:spcBef>
      <a:spcAft>
        <a:spcPct val="0"/>
      </a:spcAft>
      <a:buFont typeface="Arial" panose="020B0604020202020204" pitchFamily="34" charset="0"/>
      <a:buChar char="–"/>
      <a:defRPr sz="1200" kern="1200">
        <a:solidFill>
          <a:schemeClr val="tx1"/>
        </a:solidFill>
        <a:latin typeface="+mn-lt"/>
        <a:ea typeface="+mn-ea"/>
        <a:cs typeface="+mn-cs"/>
      </a:defRPr>
    </a:lvl4pPr>
    <a:lvl5pPr marL="2000250" indent="-171450" algn="l" rtl="0" fontAlgn="base">
      <a:spcBef>
        <a:spcPct val="30000"/>
      </a:spcBef>
      <a:spcAft>
        <a:spcPct val="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36D6E-5BA2-3DDA-1915-76CC01C3306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05E606B-39F9-F620-C79C-DA7E6DE3A6F6}"/>
              </a:ext>
            </a:extLst>
          </p:cNvPr>
          <p:cNvSpPr>
            <a:spLocks noGrp="1" noRot="1" noChangeAspect="1"/>
          </p:cNvSpPr>
          <p:nvPr>
            <p:ph type="sldImg"/>
          </p:nvPr>
        </p:nvSpPr>
        <p:spPr>
          <a:xfrm>
            <a:off x="90488" y="744538"/>
            <a:ext cx="6616700" cy="3722687"/>
          </a:xfrm>
        </p:spPr>
      </p:sp>
      <p:sp>
        <p:nvSpPr>
          <p:cNvPr id="3" name="Notizenplatzhalter 2">
            <a:extLst>
              <a:ext uri="{FF2B5EF4-FFF2-40B4-BE49-F238E27FC236}">
                <a16:creationId xmlns:a16="http://schemas.microsoft.com/office/drawing/2014/main" id="{CD744C3F-DC68-ADBF-CD21-D13CAD3CA844}"/>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B40C926-AA23-B726-FBDB-436D223C1364}"/>
              </a:ext>
            </a:extLst>
          </p:cNvPr>
          <p:cNvSpPr>
            <a:spLocks noGrp="1"/>
          </p:cNvSpPr>
          <p:nvPr>
            <p:ph type="sldNum" sz="quarter" idx="5"/>
          </p:nvPr>
        </p:nvSpPr>
        <p:spPr/>
        <p:txBody>
          <a:bodyPr/>
          <a:lstStyle/>
          <a:p>
            <a:pPr>
              <a:defRPr/>
            </a:pPr>
            <a:fld id="{933E609E-29E7-47DF-8388-48CA1BD678D7}" type="slidenum">
              <a:rPr lang="de-DE" smtClean="0"/>
              <a:pPr>
                <a:defRPr/>
              </a:pPr>
              <a:t>2</a:t>
            </a:fld>
            <a:endParaRPr lang="de-DE"/>
          </a:p>
        </p:txBody>
      </p:sp>
    </p:spTree>
    <p:extLst>
      <p:ext uri="{BB962C8B-B14F-4D97-AF65-F5344CB8AC3E}">
        <p14:creationId xmlns:p14="http://schemas.microsoft.com/office/powerpoint/2010/main" val="2032227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0488" y="744538"/>
            <a:ext cx="6616700" cy="3722687"/>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3</a:t>
            </a:fld>
            <a:endParaRPr lang="de-DE"/>
          </a:p>
        </p:txBody>
      </p:sp>
    </p:spTree>
    <p:extLst>
      <p:ext uri="{BB962C8B-B14F-4D97-AF65-F5344CB8AC3E}">
        <p14:creationId xmlns:p14="http://schemas.microsoft.com/office/powerpoint/2010/main" val="1624885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4</a:t>
            </a:fld>
            <a:endParaRPr lang="de-DE"/>
          </a:p>
        </p:txBody>
      </p:sp>
    </p:spTree>
    <p:extLst>
      <p:ext uri="{BB962C8B-B14F-4D97-AF65-F5344CB8AC3E}">
        <p14:creationId xmlns:p14="http://schemas.microsoft.com/office/powerpoint/2010/main" val="182606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11</a:t>
            </a:fld>
            <a:endParaRPr lang="de-DE"/>
          </a:p>
        </p:txBody>
      </p:sp>
    </p:spTree>
    <p:extLst>
      <p:ext uri="{BB962C8B-B14F-4D97-AF65-F5344CB8AC3E}">
        <p14:creationId xmlns:p14="http://schemas.microsoft.com/office/powerpoint/2010/main" val="797252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Meist nur leichte Differenzen -&gt; im 100er und 1000er Bereich</a:t>
            </a:r>
          </a:p>
          <a:p>
            <a:r>
              <a:rPr lang="de-DE" dirty="0"/>
              <a:t>Nur </a:t>
            </a:r>
            <a:r>
              <a:rPr lang="de-DE" dirty="0" err="1"/>
              <a:t>Brightness</a:t>
            </a:r>
            <a:r>
              <a:rPr lang="de-DE" dirty="0"/>
              <a:t> hat Leistung stark verschlechtert -&gt; mehr dazu später</a:t>
            </a:r>
            <a:endParaRPr lang="en-US"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12</a:t>
            </a:fld>
            <a:endParaRPr lang="de-DE"/>
          </a:p>
        </p:txBody>
      </p:sp>
    </p:spTree>
    <p:extLst>
      <p:ext uri="{BB962C8B-B14F-4D97-AF65-F5344CB8AC3E}">
        <p14:creationId xmlns:p14="http://schemas.microsoft.com/office/powerpoint/2010/main" val="2626326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r>
              <a:rPr lang="de-DE" dirty="0"/>
              <a:t>Recall als einziger Wert gestiegen -&gt; weniger </a:t>
            </a:r>
            <a:r>
              <a:rPr lang="de-DE" dirty="0" err="1"/>
              <a:t>false</a:t>
            </a:r>
            <a:r>
              <a:rPr lang="de-DE" dirty="0"/>
              <a:t> negatives als zuvor</a:t>
            </a:r>
          </a:p>
          <a:p>
            <a:pPr marL="171450" indent="-171450"/>
            <a:r>
              <a:rPr lang="de-DE" dirty="0"/>
              <a:t>Alle anderen </a:t>
            </a:r>
            <a:r>
              <a:rPr lang="de-DE" dirty="0" err="1"/>
              <a:t>Gütemaße</a:t>
            </a:r>
            <a:r>
              <a:rPr lang="de-DE" dirty="0"/>
              <a:t> dafür sichtbar gesunken</a:t>
            </a:r>
          </a:p>
          <a:p>
            <a:pPr marL="171450" indent="-171450"/>
            <a:r>
              <a:rPr lang="de-DE" dirty="0"/>
              <a:t>Bei </a:t>
            </a:r>
            <a:r>
              <a:rPr lang="de-DE" dirty="0" err="1"/>
              <a:t>Augmentierung</a:t>
            </a:r>
            <a:r>
              <a:rPr lang="de-DE" dirty="0"/>
              <a:t>:</a:t>
            </a:r>
          </a:p>
          <a:p>
            <a:pPr marL="628650" lvl="1" indent="-171450"/>
            <a:r>
              <a:rPr lang="de-DE" dirty="0"/>
              <a:t>Von tats. Kein Waldbrand -&gt; ganze 18,5% </a:t>
            </a:r>
            <a:r>
              <a:rPr lang="de-DE" dirty="0" err="1"/>
              <a:t>false</a:t>
            </a:r>
            <a:endParaRPr lang="de-DE" dirty="0"/>
          </a:p>
          <a:p>
            <a:pPr marL="628650" lvl="1" indent="-171450"/>
            <a:r>
              <a:rPr lang="de-DE" dirty="0"/>
              <a:t>Viele </a:t>
            </a:r>
            <a:r>
              <a:rPr lang="de-DE" dirty="0" err="1"/>
              <a:t>fehlalarme</a:t>
            </a:r>
            <a:endParaRPr lang="en-US"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14</a:t>
            </a:fld>
            <a:endParaRPr lang="de-DE"/>
          </a:p>
        </p:txBody>
      </p:sp>
    </p:spTree>
    <p:extLst>
      <p:ext uri="{BB962C8B-B14F-4D97-AF65-F5344CB8AC3E}">
        <p14:creationId xmlns:p14="http://schemas.microsoft.com/office/powerpoint/2010/main" val="4125280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Leichte Schwankungen</a:t>
            </a:r>
          </a:p>
          <a:p>
            <a:r>
              <a:rPr lang="de-DE" dirty="0"/>
              <a:t>Außer bei Recall -&gt; deutlicher Anstieg</a:t>
            </a:r>
          </a:p>
          <a:p>
            <a:pPr lvl="1"/>
            <a:r>
              <a:rPr lang="de-DE"/>
              <a:t>Weniger </a:t>
            </a:r>
            <a:r>
              <a:rPr lang="de-DE" dirty="0"/>
              <a:t>W</a:t>
            </a:r>
            <a:r>
              <a:rPr lang="de-DE"/>
              <a:t>aldbrände </a:t>
            </a:r>
            <a:r>
              <a:rPr lang="de-DE" dirty="0"/>
              <a:t>werden übersehen</a:t>
            </a:r>
            <a:endParaRPr lang="en-US"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15</a:t>
            </a:fld>
            <a:endParaRPr lang="de-DE"/>
          </a:p>
        </p:txBody>
      </p:sp>
    </p:spTree>
    <p:extLst>
      <p:ext uri="{BB962C8B-B14F-4D97-AF65-F5344CB8AC3E}">
        <p14:creationId xmlns:p14="http://schemas.microsoft.com/office/powerpoint/2010/main" val="4771715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pPr>
              <a:defRPr/>
            </a:pPr>
            <a:fld id="{933E609E-29E7-47DF-8388-48CA1BD678D7}" type="slidenum">
              <a:rPr lang="de-DE" smtClean="0"/>
              <a:pPr>
                <a:defRPr/>
              </a:pPr>
              <a:t>17</a:t>
            </a:fld>
            <a:endParaRPr lang="de-DE"/>
          </a:p>
        </p:txBody>
      </p:sp>
    </p:spTree>
    <p:extLst>
      <p:ext uri="{BB962C8B-B14F-4D97-AF65-F5344CB8AC3E}">
        <p14:creationId xmlns:p14="http://schemas.microsoft.com/office/powerpoint/2010/main" val="2252550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dirty="0"/>
          </a:p>
        </p:txBody>
      </p:sp>
      <p:sp>
        <p:nvSpPr>
          <p:cNvPr id="4" name="Foliennummernplatzhalter 3"/>
          <p:cNvSpPr>
            <a:spLocks noGrp="1"/>
          </p:cNvSpPr>
          <p:nvPr>
            <p:ph type="sldNum" sz="quarter" idx="5"/>
          </p:nvPr>
        </p:nvSpPr>
        <p:spPr/>
        <p:txBody>
          <a:bodyPr/>
          <a:lstStyle/>
          <a:p>
            <a:pPr>
              <a:defRPr/>
            </a:pPr>
            <a:fld id="{933E609E-29E7-47DF-8388-48CA1BD678D7}" type="slidenum">
              <a:rPr lang="de-DE" smtClean="0"/>
              <a:pPr>
                <a:defRPr/>
              </a:pPr>
              <a:t>20</a:t>
            </a:fld>
            <a:endParaRPr lang="de-DE"/>
          </a:p>
        </p:txBody>
      </p:sp>
    </p:spTree>
    <p:extLst>
      <p:ext uri="{BB962C8B-B14F-4D97-AF65-F5344CB8AC3E}">
        <p14:creationId xmlns:p14="http://schemas.microsoft.com/office/powerpoint/2010/main" val="39697095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cxnSp>
        <p:nvCxnSpPr>
          <p:cNvPr id="4" name="Gerade Verbindung 6">
            <a:extLst>
              <a:ext uri="{FF2B5EF4-FFF2-40B4-BE49-F238E27FC236}">
                <a16:creationId xmlns:a16="http://schemas.microsoft.com/office/drawing/2014/main" id="{D16E7C11-BB3B-415E-8B75-E6F26423EB4F}"/>
              </a:ext>
            </a:extLst>
          </p:cNvPr>
          <p:cNvCxnSpPr/>
          <p:nvPr/>
        </p:nvCxnSpPr>
        <p:spPr>
          <a:xfrm>
            <a:off x="383117" y="6517007"/>
            <a:ext cx="10752667" cy="190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7">
            <a:extLst>
              <a:ext uri="{FF2B5EF4-FFF2-40B4-BE49-F238E27FC236}">
                <a16:creationId xmlns:a16="http://schemas.microsoft.com/office/drawing/2014/main" id="{6194A59F-6BC9-45A4-BD9E-E97C2B4E87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33200" y="388621"/>
            <a:ext cx="543984" cy="1468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p:nvPr>
        </p:nvSpPr>
        <p:spPr>
          <a:xfrm>
            <a:off x="384000" y="2016000"/>
            <a:ext cx="10752000" cy="2520000"/>
          </a:xfrm>
        </p:spPr>
        <p:txBody>
          <a:bodyPr/>
          <a:lstStyle>
            <a:lvl1pPr algn="l">
              <a:defRPr sz="5760">
                <a:solidFill>
                  <a:schemeClr val="tx1"/>
                </a:solidFill>
                <a:latin typeface="Verdana" pitchFamily="34" charset="0"/>
              </a:defRPr>
            </a:lvl1pPr>
          </a:lstStyle>
          <a:p>
            <a:r>
              <a:rPr lang="de-DE"/>
              <a:t>Mastertitelformat bearbeiten</a:t>
            </a:r>
            <a:endParaRPr lang="de-DE" dirty="0"/>
          </a:p>
        </p:txBody>
      </p:sp>
      <p:sp>
        <p:nvSpPr>
          <p:cNvPr id="3" name="Untertitel 2"/>
          <p:cNvSpPr>
            <a:spLocks noGrp="1"/>
          </p:cNvSpPr>
          <p:nvPr>
            <p:ph type="subTitle" idx="1"/>
          </p:nvPr>
        </p:nvSpPr>
        <p:spPr>
          <a:xfrm>
            <a:off x="384000" y="4608000"/>
            <a:ext cx="10752000" cy="1440000"/>
          </a:xfrm>
        </p:spPr>
        <p:txBody>
          <a:bodyPr/>
          <a:lstStyle>
            <a:lvl1pPr marL="0" indent="0" algn="l">
              <a:buNone/>
              <a:defRPr sz="2880">
                <a:solidFill>
                  <a:schemeClr val="tx1"/>
                </a:solidFill>
                <a:latin typeface="Verdana" pitchFamily="34" charset="0"/>
              </a:defRPr>
            </a:lvl1pPr>
            <a:lvl2pPr marL="548626" indent="0" algn="ctr">
              <a:buNone/>
              <a:defRPr>
                <a:solidFill>
                  <a:schemeClr val="tx1">
                    <a:tint val="75000"/>
                  </a:schemeClr>
                </a:solidFill>
              </a:defRPr>
            </a:lvl2pPr>
            <a:lvl3pPr marL="1097253" indent="0" algn="ctr">
              <a:buNone/>
              <a:defRPr>
                <a:solidFill>
                  <a:schemeClr val="tx1">
                    <a:tint val="75000"/>
                  </a:schemeClr>
                </a:solidFill>
              </a:defRPr>
            </a:lvl3pPr>
            <a:lvl4pPr marL="1645879" indent="0" algn="ctr">
              <a:buNone/>
              <a:defRPr>
                <a:solidFill>
                  <a:schemeClr val="tx1">
                    <a:tint val="75000"/>
                  </a:schemeClr>
                </a:solidFill>
              </a:defRPr>
            </a:lvl4pPr>
            <a:lvl5pPr marL="2194505" indent="0" algn="ctr">
              <a:buNone/>
              <a:defRPr>
                <a:solidFill>
                  <a:schemeClr val="tx1">
                    <a:tint val="75000"/>
                  </a:schemeClr>
                </a:solidFill>
              </a:defRPr>
            </a:lvl5pPr>
            <a:lvl6pPr marL="2743131" indent="0" algn="ctr">
              <a:buNone/>
              <a:defRPr>
                <a:solidFill>
                  <a:schemeClr val="tx1">
                    <a:tint val="75000"/>
                  </a:schemeClr>
                </a:solidFill>
              </a:defRPr>
            </a:lvl6pPr>
            <a:lvl7pPr marL="3291758" indent="0" algn="ctr">
              <a:buNone/>
              <a:defRPr>
                <a:solidFill>
                  <a:schemeClr val="tx1">
                    <a:tint val="75000"/>
                  </a:schemeClr>
                </a:solidFill>
              </a:defRPr>
            </a:lvl7pPr>
            <a:lvl8pPr marL="3840384" indent="0" algn="ctr">
              <a:buNone/>
              <a:defRPr>
                <a:solidFill>
                  <a:schemeClr val="tx1">
                    <a:tint val="75000"/>
                  </a:schemeClr>
                </a:solidFill>
              </a:defRPr>
            </a:lvl8pPr>
            <a:lvl9pPr marL="4389010" indent="0" algn="ctr">
              <a:buNone/>
              <a:defRPr>
                <a:solidFill>
                  <a:schemeClr val="tx1">
                    <a:tint val="75000"/>
                  </a:schemeClr>
                </a:solidFill>
              </a:defRPr>
            </a:lvl9pPr>
          </a:lstStyle>
          <a:p>
            <a:r>
              <a:rPr lang="de-DE"/>
              <a:t>Master-Untertitelformat bearbeiten</a:t>
            </a:r>
            <a:endParaRPr lang="de-DE" dirty="0"/>
          </a:p>
        </p:txBody>
      </p:sp>
      <p:sp>
        <p:nvSpPr>
          <p:cNvPr id="13" name="Datumsplatzhalter 3">
            <a:extLst>
              <a:ext uri="{FF2B5EF4-FFF2-40B4-BE49-F238E27FC236}">
                <a16:creationId xmlns:a16="http://schemas.microsoft.com/office/drawing/2014/main" id="{68A60B5E-C682-CC11-6A73-60453E0DDA1E}"/>
              </a:ext>
            </a:extLst>
          </p:cNvPr>
          <p:cNvSpPr>
            <a:spLocks noGrp="1"/>
          </p:cNvSpPr>
          <p:nvPr>
            <p:ph type="dt" sz="half" idx="2"/>
          </p:nvPr>
        </p:nvSpPr>
        <p:spPr>
          <a:xfrm>
            <a:off x="609600" y="6519624"/>
            <a:ext cx="2844800" cy="365760"/>
          </a:xfrm>
          <a:prstGeom prst="rect">
            <a:avLst/>
          </a:prstGeom>
        </p:spPr>
        <p:txBody>
          <a:bodyPr vert="horz" lIns="0" tIns="0" rIns="0" bIns="0" rtlCol="0" anchor="ctr" anchorCtr="0"/>
          <a:lstStyle>
            <a:lvl1pPr algn="l" fontAlgn="auto">
              <a:spcBef>
                <a:spcPts val="0"/>
              </a:spcBef>
              <a:spcAft>
                <a:spcPts val="0"/>
              </a:spcAft>
              <a:defRPr sz="960">
                <a:solidFill>
                  <a:schemeClr val="tx1"/>
                </a:solidFill>
                <a:latin typeface="Verdana" pitchFamily="34" charset="0"/>
              </a:defRPr>
            </a:lvl1pPr>
          </a:lstStyle>
          <a:p>
            <a:pPr>
              <a:defRPr/>
            </a:pPr>
            <a:fld id="{97C69557-540C-447C-8BEF-1BBC1255F022}" type="datetime1">
              <a:rPr lang="de-DE" smtClean="0"/>
              <a:t>15.06.2025</a:t>
            </a:fld>
            <a:endParaRPr lang="de-DE" dirty="0"/>
          </a:p>
        </p:txBody>
      </p:sp>
      <p:sp>
        <p:nvSpPr>
          <p:cNvPr id="14" name="Fußzeilenplatzhalter 4">
            <a:extLst>
              <a:ext uri="{FF2B5EF4-FFF2-40B4-BE49-F238E27FC236}">
                <a16:creationId xmlns:a16="http://schemas.microsoft.com/office/drawing/2014/main" id="{8DD3C7CF-FEFD-AAC2-8967-E1F55B8202F5}"/>
              </a:ext>
            </a:extLst>
          </p:cNvPr>
          <p:cNvSpPr>
            <a:spLocks noGrp="1"/>
          </p:cNvSpPr>
          <p:nvPr>
            <p:ph type="ftr" sz="quarter" idx="3"/>
          </p:nvPr>
        </p:nvSpPr>
        <p:spPr>
          <a:xfrm>
            <a:off x="4165600" y="6519624"/>
            <a:ext cx="3860800" cy="365760"/>
          </a:xfrm>
          <a:prstGeom prst="rect">
            <a:avLst/>
          </a:prstGeom>
        </p:spPr>
        <p:txBody>
          <a:bodyPr vert="horz" lIns="0" tIns="0" rIns="0" bIns="0" rtlCol="0" anchor="ctr" anchorCtr="0"/>
          <a:lstStyle>
            <a:lvl1pPr algn="ctr" fontAlgn="auto">
              <a:spcBef>
                <a:spcPts val="0"/>
              </a:spcBef>
              <a:spcAft>
                <a:spcPts val="0"/>
              </a:spcAft>
              <a:defRPr sz="960">
                <a:solidFill>
                  <a:schemeClr val="tx1"/>
                </a:solidFill>
                <a:latin typeface="Verdana" pitchFamily="34" charset="0"/>
              </a:defRPr>
            </a:lvl1pPr>
          </a:lstStyle>
          <a:p>
            <a:pPr>
              <a:defRPr/>
            </a:pPr>
            <a:r>
              <a:rPr lang="de-DE"/>
              <a:t>Titel des Projekts | Nachnamen der Autoren einfügen</a:t>
            </a:r>
            <a:endParaRPr lang="de-DE" dirty="0"/>
          </a:p>
        </p:txBody>
      </p:sp>
      <p:sp>
        <p:nvSpPr>
          <p:cNvPr id="15" name="Foliennummernplatzhalter 5">
            <a:extLst>
              <a:ext uri="{FF2B5EF4-FFF2-40B4-BE49-F238E27FC236}">
                <a16:creationId xmlns:a16="http://schemas.microsoft.com/office/drawing/2014/main" id="{66CA1D61-4736-B325-5B7B-12431EE415D2}"/>
              </a:ext>
            </a:extLst>
          </p:cNvPr>
          <p:cNvSpPr>
            <a:spLocks noGrp="1"/>
          </p:cNvSpPr>
          <p:nvPr>
            <p:ph type="sldNum" sz="quarter" idx="4"/>
          </p:nvPr>
        </p:nvSpPr>
        <p:spPr>
          <a:xfrm>
            <a:off x="8737600" y="6519624"/>
            <a:ext cx="2844800" cy="365760"/>
          </a:xfrm>
          <a:prstGeom prst="rect">
            <a:avLst/>
          </a:prstGeom>
        </p:spPr>
        <p:txBody>
          <a:bodyPr vert="horz" wrap="square" lIns="0" tIns="0" rIns="0" bIns="0" numCol="1" anchor="ctr" anchorCtr="0" compatLnSpc="1">
            <a:prstTxWarp prst="textNoShape">
              <a:avLst/>
            </a:prstTxWarp>
          </a:bodyPr>
          <a:lstStyle>
            <a:lvl1pPr algn="r">
              <a:defRPr sz="960">
                <a:latin typeface="Verdana" panose="020B0604030504040204" pitchFamily="34" charset="0"/>
              </a:defRPr>
            </a:lvl1pPr>
          </a:lstStyle>
          <a:p>
            <a:fld id="{029DE7E0-E051-4C03-AF53-7018E0F7EF0C}" type="slidenum">
              <a:rPr lang="de-DE" altLang="de-DE"/>
              <a:pPr/>
              <a:t>‹Nr.›</a:t>
            </a:fld>
            <a:endParaRPr lang="de-DE" altLang="de-DE"/>
          </a:p>
        </p:txBody>
      </p:sp>
    </p:spTree>
    <p:extLst>
      <p:ext uri="{BB962C8B-B14F-4D97-AF65-F5344CB8AC3E}">
        <p14:creationId xmlns:p14="http://schemas.microsoft.com/office/powerpoint/2010/main" val="793260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xt einspaltig">
    <p:spTree>
      <p:nvGrpSpPr>
        <p:cNvPr id="1" name=""/>
        <p:cNvGrpSpPr/>
        <p:nvPr/>
      </p:nvGrpSpPr>
      <p:grpSpPr>
        <a:xfrm>
          <a:off x="0" y="0"/>
          <a:ext cx="0" cy="0"/>
          <a:chOff x="0" y="0"/>
          <a:chExt cx="0" cy="0"/>
        </a:xfrm>
      </p:grpSpPr>
      <p:cxnSp>
        <p:nvCxnSpPr>
          <p:cNvPr id="4" name="Gerade Verbindung 6">
            <a:extLst>
              <a:ext uri="{FF2B5EF4-FFF2-40B4-BE49-F238E27FC236}">
                <a16:creationId xmlns:a16="http://schemas.microsoft.com/office/drawing/2014/main" id="{8F53D9D9-2FD6-409A-A861-1BB8BBFB010A}"/>
              </a:ext>
            </a:extLst>
          </p:cNvPr>
          <p:cNvCxnSpPr/>
          <p:nvPr/>
        </p:nvCxnSpPr>
        <p:spPr>
          <a:xfrm>
            <a:off x="381000" y="1152525"/>
            <a:ext cx="10752667" cy="158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Gerade Verbindung 7">
            <a:extLst>
              <a:ext uri="{FF2B5EF4-FFF2-40B4-BE49-F238E27FC236}">
                <a16:creationId xmlns:a16="http://schemas.microsoft.com/office/drawing/2014/main" id="{89A51864-29E2-4142-A8B3-92849C4F79BC}"/>
              </a:ext>
            </a:extLst>
          </p:cNvPr>
          <p:cNvCxnSpPr/>
          <p:nvPr/>
        </p:nvCxnSpPr>
        <p:spPr>
          <a:xfrm>
            <a:off x="383117" y="6516689"/>
            <a:ext cx="10752667" cy="15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Grafik 9" descr="FHAAC_RGB_oBL-r.jpg">
            <a:extLst>
              <a:ext uri="{FF2B5EF4-FFF2-40B4-BE49-F238E27FC236}">
                <a16:creationId xmlns:a16="http://schemas.microsoft.com/office/drawing/2014/main" id="{970F63FB-E23E-47C9-BF11-0314AA79625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19418" y="287339"/>
            <a:ext cx="772583"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el 1"/>
          <p:cNvSpPr>
            <a:spLocks noGrp="1"/>
          </p:cNvSpPr>
          <p:nvPr>
            <p:ph type="title"/>
          </p:nvPr>
        </p:nvSpPr>
        <p:spPr>
          <a:xfrm>
            <a:off x="384000" y="288000"/>
            <a:ext cx="10752000" cy="720000"/>
          </a:xfrm>
        </p:spPr>
        <p:txBody>
          <a:bodyPr/>
          <a:lstStyle>
            <a:lvl1pPr algn="l">
              <a:defRPr sz="2800">
                <a:solidFill>
                  <a:schemeClr val="tx1"/>
                </a:solidFill>
                <a:latin typeface="Verdana" pitchFamily="34" charset="0"/>
              </a:defRPr>
            </a:lvl1pPr>
          </a:lstStyle>
          <a:p>
            <a:r>
              <a:rPr lang="de-DE" dirty="0"/>
              <a:t>Mastertitelformat bearbeiten</a:t>
            </a:r>
          </a:p>
        </p:txBody>
      </p:sp>
      <p:sp>
        <p:nvSpPr>
          <p:cNvPr id="8" name="Inhaltsplatzhalter 2"/>
          <p:cNvSpPr>
            <a:spLocks noGrp="1"/>
          </p:cNvSpPr>
          <p:nvPr>
            <p:ph idx="1"/>
          </p:nvPr>
        </p:nvSpPr>
        <p:spPr>
          <a:xfrm>
            <a:off x="384000" y="1295999"/>
            <a:ext cx="10752000" cy="5040000"/>
          </a:xfrm>
        </p:spPr>
        <p:txBody>
          <a:bodyPr/>
          <a:lstStyle>
            <a:lvl1pPr marL="0" indent="0">
              <a:spcBef>
                <a:spcPts val="0"/>
              </a:spcBef>
              <a:spcAft>
                <a:spcPts val="600"/>
              </a:spcAft>
              <a:buFont typeface="Arial" panose="020B0604020202020204" pitchFamily="34" charset="0"/>
              <a:buNone/>
              <a:defRPr sz="1800">
                <a:solidFill>
                  <a:schemeClr val="tx1"/>
                </a:solidFill>
                <a:latin typeface="Verdana" pitchFamily="34" charset="0"/>
              </a:defRPr>
            </a:lvl1pPr>
            <a:lvl2pPr marL="342900" indent="-342900">
              <a:spcBef>
                <a:spcPts val="0"/>
              </a:spcBef>
              <a:spcAft>
                <a:spcPts val="600"/>
              </a:spcAft>
              <a:buFont typeface="Arial" panose="020B0604020202020204" pitchFamily="34" charset="0"/>
              <a:buChar char="•"/>
              <a:defRPr sz="1800">
                <a:solidFill>
                  <a:schemeClr val="tx1"/>
                </a:solidFill>
                <a:latin typeface="Verdana" pitchFamily="34" charset="0"/>
              </a:defRPr>
            </a:lvl2pPr>
            <a:lvl3pPr marL="641350" indent="-285750">
              <a:spcAft>
                <a:spcPts val="600"/>
              </a:spcAft>
              <a:buFont typeface="Arial" panose="020B0604020202020204" pitchFamily="34" charset="0"/>
              <a:buChar char="•"/>
              <a:defRPr sz="1800">
                <a:solidFill>
                  <a:schemeClr val="tx1"/>
                </a:solidFill>
                <a:latin typeface="Verdana" pitchFamily="34" charset="0"/>
              </a:defRPr>
            </a:lvl3pPr>
            <a:lvl4pPr marL="0" indent="0">
              <a:spcBef>
                <a:spcPts val="1600"/>
              </a:spcBef>
              <a:buFont typeface="Wingdings" panose="05000000000000000000" pitchFamily="2" charset="2"/>
              <a:buNone/>
              <a:defRPr sz="1600">
                <a:solidFill>
                  <a:schemeClr val="tx1"/>
                </a:solidFill>
                <a:latin typeface="Verdana" pitchFamily="34" charset="0"/>
              </a:defRPr>
            </a:lvl4pPr>
            <a:lvl5pPr marL="723900" indent="-368300">
              <a:buFont typeface="Wingdings" panose="05000000000000000000" pitchFamily="2" charset="2"/>
              <a:buChar char="§"/>
              <a:defRPr sz="1600">
                <a:solidFill>
                  <a:schemeClr val="tx1"/>
                </a:solidFill>
                <a:latin typeface="Verdana" pitchFamily="34" charset="0"/>
              </a:defRPr>
            </a:lvl5pPr>
            <a:lvl6pPr marL="2743132" indent="0">
              <a:buFont typeface="Wingdings" panose="05000000000000000000" pitchFamily="2" charset="2"/>
              <a:buNone/>
              <a:defRPr sz="2000"/>
            </a:lvl6pPr>
            <a:lvl7pPr marL="3566071" indent="-274313">
              <a:buFont typeface="Wingdings" panose="05000000000000000000" pitchFamily="2" charset="2"/>
              <a:buChar char="§"/>
              <a:defRPr sz="2000"/>
            </a:lvl7pPr>
          </a:lstStyle>
          <a:p>
            <a:pPr lvl="0"/>
            <a:r>
              <a:rPr lang="de-DE" dirty="0"/>
              <a:t>Mastertextformat bearbeiten</a:t>
            </a:r>
          </a:p>
          <a:p>
            <a:pPr lvl="0"/>
            <a:endParaRPr lang="de-DE" dirty="0"/>
          </a:p>
          <a:p>
            <a:pPr lvl="1"/>
            <a:r>
              <a:rPr lang="de-DE" dirty="0"/>
              <a:t>Erste Ebene</a:t>
            </a:r>
          </a:p>
          <a:p>
            <a:pPr lvl="2"/>
            <a:r>
              <a:rPr lang="de-DE" dirty="0"/>
              <a:t>Zweite Ebene</a:t>
            </a:r>
          </a:p>
          <a:p>
            <a:pPr lvl="3"/>
            <a:endParaRPr lang="de-DE" dirty="0"/>
          </a:p>
          <a:p>
            <a:pPr lvl="0"/>
            <a:endParaRPr lang="de-DE" dirty="0"/>
          </a:p>
        </p:txBody>
      </p:sp>
      <p:sp>
        <p:nvSpPr>
          <p:cNvPr id="11" name="Datumsplatzhalter 3">
            <a:extLst>
              <a:ext uri="{FF2B5EF4-FFF2-40B4-BE49-F238E27FC236}">
                <a16:creationId xmlns:a16="http://schemas.microsoft.com/office/drawing/2014/main" id="{CE42DF62-CEF3-FAA3-E8C0-7F183511117D}"/>
              </a:ext>
            </a:extLst>
          </p:cNvPr>
          <p:cNvSpPr>
            <a:spLocks noGrp="1"/>
          </p:cNvSpPr>
          <p:nvPr>
            <p:ph type="dt" sz="half" idx="2"/>
          </p:nvPr>
        </p:nvSpPr>
        <p:spPr>
          <a:xfrm>
            <a:off x="609600" y="6519624"/>
            <a:ext cx="2844800" cy="365760"/>
          </a:xfrm>
          <a:prstGeom prst="rect">
            <a:avLst/>
          </a:prstGeom>
        </p:spPr>
        <p:txBody>
          <a:bodyPr vert="horz" lIns="0" tIns="0" rIns="0" bIns="0" rtlCol="0" anchor="ctr" anchorCtr="0"/>
          <a:lstStyle>
            <a:lvl1pPr algn="l" fontAlgn="auto">
              <a:spcBef>
                <a:spcPts val="0"/>
              </a:spcBef>
              <a:spcAft>
                <a:spcPts val="0"/>
              </a:spcAft>
              <a:defRPr sz="960">
                <a:solidFill>
                  <a:schemeClr val="tx1"/>
                </a:solidFill>
                <a:latin typeface="Verdana" pitchFamily="34" charset="0"/>
              </a:defRPr>
            </a:lvl1pPr>
          </a:lstStyle>
          <a:p>
            <a:pPr>
              <a:defRPr/>
            </a:pPr>
            <a:fld id="{AC577783-DE3D-4066-A708-26327062C6C4}" type="datetime1">
              <a:rPr lang="de-DE" smtClean="0"/>
              <a:t>15.06.2025</a:t>
            </a:fld>
            <a:endParaRPr lang="de-DE" dirty="0"/>
          </a:p>
        </p:txBody>
      </p:sp>
      <p:sp>
        <p:nvSpPr>
          <p:cNvPr id="12" name="Fußzeilenplatzhalter 4">
            <a:extLst>
              <a:ext uri="{FF2B5EF4-FFF2-40B4-BE49-F238E27FC236}">
                <a16:creationId xmlns:a16="http://schemas.microsoft.com/office/drawing/2014/main" id="{056F7F65-2119-1FA2-64E9-B7E2E562A228}"/>
              </a:ext>
            </a:extLst>
          </p:cNvPr>
          <p:cNvSpPr>
            <a:spLocks noGrp="1"/>
          </p:cNvSpPr>
          <p:nvPr>
            <p:ph type="ftr" sz="quarter" idx="3"/>
          </p:nvPr>
        </p:nvSpPr>
        <p:spPr>
          <a:xfrm>
            <a:off x="4165600" y="6519624"/>
            <a:ext cx="3860800" cy="365760"/>
          </a:xfrm>
          <a:prstGeom prst="rect">
            <a:avLst/>
          </a:prstGeom>
        </p:spPr>
        <p:txBody>
          <a:bodyPr vert="horz" lIns="0" tIns="0" rIns="0" bIns="0" rtlCol="0" anchor="ctr" anchorCtr="0"/>
          <a:lstStyle>
            <a:lvl1pPr algn="ctr" fontAlgn="auto">
              <a:spcBef>
                <a:spcPts val="0"/>
              </a:spcBef>
              <a:spcAft>
                <a:spcPts val="0"/>
              </a:spcAft>
              <a:defRPr sz="960">
                <a:solidFill>
                  <a:schemeClr val="tx1"/>
                </a:solidFill>
                <a:latin typeface="Verdana" pitchFamily="34" charset="0"/>
              </a:defRPr>
            </a:lvl1pPr>
          </a:lstStyle>
          <a:p>
            <a:pPr>
              <a:defRPr/>
            </a:pPr>
            <a:r>
              <a:rPr lang="de-DE"/>
              <a:t>Titel des Projekts | Nachnamen der Autoren einfügen</a:t>
            </a:r>
            <a:endParaRPr lang="de-DE" dirty="0"/>
          </a:p>
        </p:txBody>
      </p:sp>
      <p:sp>
        <p:nvSpPr>
          <p:cNvPr id="13" name="Foliennummernplatzhalter 5">
            <a:extLst>
              <a:ext uri="{FF2B5EF4-FFF2-40B4-BE49-F238E27FC236}">
                <a16:creationId xmlns:a16="http://schemas.microsoft.com/office/drawing/2014/main" id="{4D97340F-B274-6725-CDFB-F3867F83C8B5}"/>
              </a:ext>
            </a:extLst>
          </p:cNvPr>
          <p:cNvSpPr>
            <a:spLocks noGrp="1"/>
          </p:cNvSpPr>
          <p:nvPr>
            <p:ph type="sldNum" sz="quarter" idx="4"/>
          </p:nvPr>
        </p:nvSpPr>
        <p:spPr>
          <a:xfrm>
            <a:off x="8737600" y="6519624"/>
            <a:ext cx="2844800" cy="365760"/>
          </a:xfrm>
          <a:prstGeom prst="rect">
            <a:avLst/>
          </a:prstGeom>
        </p:spPr>
        <p:txBody>
          <a:bodyPr vert="horz" wrap="square" lIns="0" tIns="0" rIns="0" bIns="0" numCol="1" anchor="ctr" anchorCtr="0" compatLnSpc="1">
            <a:prstTxWarp prst="textNoShape">
              <a:avLst/>
            </a:prstTxWarp>
          </a:bodyPr>
          <a:lstStyle>
            <a:lvl1pPr algn="r">
              <a:defRPr sz="960">
                <a:latin typeface="Verdana" panose="020B0604030504040204" pitchFamily="34" charset="0"/>
              </a:defRPr>
            </a:lvl1pPr>
          </a:lstStyle>
          <a:p>
            <a:fld id="{029DE7E0-E051-4C03-AF53-7018E0F7EF0C}" type="slidenum">
              <a:rPr lang="de-DE" altLang="de-DE"/>
              <a:pPr/>
              <a:t>‹Nr.›</a:t>
            </a:fld>
            <a:endParaRPr lang="de-DE" altLang="de-DE"/>
          </a:p>
        </p:txBody>
      </p:sp>
    </p:spTree>
    <p:extLst>
      <p:ext uri="{BB962C8B-B14F-4D97-AF65-F5344CB8AC3E}">
        <p14:creationId xmlns:p14="http://schemas.microsoft.com/office/powerpoint/2010/main" val="30781181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elplatzhalter 1">
            <a:extLst>
              <a:ext uri="{FF2B5EF4-FFF2-40B4-BE49-F238E27FC236}">
                <a16:creationId xmlns:a16="http://schemas.microsoft.com/office/drawing/2014/main" id="{52189165-C988-44EF-B1F4-F276F7ACFAE2}"/>
              </a:ext>
            </a:extLst>
          </p:cNvPr>
          <p:cNvSpPr>
            <a:spLocks noGrp="1"/>
          </p:cNvSpPr>
          <p:nvPr>
            <p:ph type="title"/>
          </p:nvPr>
        </p:nvSpPr>
        <p:spPr bwMode="auto">
          <a:xfrm>
            <a:off x="609600" y="274320"/>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altLang="de-DE" dirty="0"/>
              <a:t>Titelmasterformat durch Klicken bearbeiten</a:t>
            </a:r>
          </a:p>
        </p:txBody>
      </p:sp>
      <p:sp>
        <p:nvSpPr>
          <p:cNvPr id="1027" name="Textplatzhalter 2">
            <a:extLst>
              <a:ext uri="{FF2B5EF4-FFF2-40B4-BE49-F238E27FC236}">
                <a16:creationId xmlns:a16="http://schemas.microsoft.com/office/drawing/2014/main" id="{9A644C95-7ECF-4EB3-AA15-C3976A3D012E}"/>
              </a:ext>
            </a:extLst>
          </p:cNvPr>
          <p:cNvSpPr>
            <a:spLocks noGrp="1"/>
          </p:cNvSpPr>
          <p:nvPr>
            <p:ph type="body" idx="1"/>
          </p:nvPr>
        </p:nvSpPr>
        <p:spPr bwMode="auto">
          <a:xfrm>
            <a:off x="609600" y="1600200"/>
            <a:ext cx="10972800" cy="452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altLang="de-DE" dirty="0"/>
              <a:t>Textmasterformate durch Klicken bearbeiten</a:t>
            </a:r>
          </a:p>
          <a:p>
            <a:pPr lvl="1"/>
            <a:r>
              <a:rPr lang="de-DE" altLang="de-DE" dirty="0"/>
              <a:t>Zweite Ebene</a:t>
            </a:r>
          </a:p>
          <a:p>
            <a:pPr lvl="3"/>
            <a:r>
              <a:rPr lang="de-DE" altLang="de-DE" dirty="0"/>
              <a:t>Dritte Ebene</a:t>
            </a:r>
          </a:p>
          <a:p>
            <a:pPr lvl="3"/>
            <a:endParaRPr lang="de-DE" altLang="de-DE" dirty="0"/>
          </a:p>
        </p:txBody>
      </p:sp>
      <p:sp>
        <p:nvSpPr>
          <p:cNvPr id="4" name="Datumsplatzhalter 3">
            <a:extLst>
              <a:ext uri="{FF2B5EF4-FFF2-40B4-BE49-F238E27FC236}">
                <a16:creationId xmlns:a16="http://schemas.microsoft.com/office/drawing/2014/main" id="{E0A19642-CF4E-4CEB-9E9E-BFE270701E45}"/>
              </a:ext>
            </a:extLst>
          </p:cNvPr>
          <p:cNvSpPr>
            <a:spLocks noGrp="1"/>
          </p:cNvSpPr>
          <p:nvPr>
            <p:ph type="dt" sz="half" idx="2"/>
          </p:nvPr>
        </p:nvSpPr>
        <p:spPr>
          <a:xfrm>
            <a:off x="609600" y="6519624"/>
            <a:ext cx="2844800" cy="365760"/>
          </a:xfrm>
          <a:prstGeom prst="rect">
            <a:avLst/>
          </a:prstGeom>
        </p:spPr>
        <p:txBody>
          <a:bodyPr vert="horz" lIns="0" tIns="0" rIns="0" bIns="0" rtlCol="0" anchor="ctr" anchorCtr="0"/>
          <a:lstStyle>
            <a:lvl1pPr algn="l" fontAlgn="auto">
              <a:spcBef>
                <a:spcPts val="0"/>
              </a:spcBef>
              <a:spcAft>
                <a:spcPts val="0"/>
              </a:spcAft>
              <a:defRPr sz="960">
                <a:solidFill>
                  <a:schemeClr val="tx1"/>
                </a:solidFill>
                <a:latin typeface="Verdana" pitchFamily="34" charset="0"/>
              </a:defRPr>
            </a:lvl1pPr>
          </a:lstStyle>
          <a:p>
            <a:pPr>
              <a:defRPr/>
            </a:pPr>
            <a:fld id="{09D76D4D-BB23-473E-876C-4E3EC0B5B16A}" type="datetime1">
              <a:rPr lang="de-DE" smtClean="0"/>
              <a:t>15.06.2025</a:t>
            </a:fld>
            <a:endParaRPr lang="de-DE" dirty="0"/>
          </a:p>
        </p:txBody>
      </p:sp>
      <p:sp>
        <p:nvSpPr>
          <p:cNvPr id="5" name="Fußzeilenplatzhalter 4">
            <a:extLst>
              <a:ext uri="{FF2B5EF4-FFF2-40B4-BE49-F238E27FC236}">
                <a16:creationId xmlns:a16="http://schemas.microsoft.com/office/drawing/2014/main" id="{331D170A-A2A9-4601-AE32-133100AE4F97}"/>
              </a:ext>
            </a:extLst>
          </p:cNvPr>
          <p:cNvSpPr>
            <a:spLocks noGrp="1"/>
          </p:cNvSpPr>
          <p:nvPr>
            <p:ph type="ftr" sz="quarter" idx="3"/>
          </p:nvPr>
        </p:nvSpPr>
        <p:spPr>
          <a:xfrm>
            <a:off x="4165600" y="6519624"/>
            <a:ext cx="3860800" cy="365760"/>
          </a:xfrm>
          <a:prstGeom prst="rect">
            <a:avLst/>
          </a:prstGeom>
        </p:spPr>
        <p:txBody>
          <a:bodyPr vert="horz" lIns="0" tIns="0" rIns="0" bIns="0" rtlCol="0" anchor="ctr" anchorCtr="0"/>
          <a:lstStyle>
            <a:lvl1pPr algn="ctr" fontAlgn="auto">
              <a:spcBef>
                <a:spcPts val="0"/>
              </a:spcBef>
              <a:spcAft>
                <a:spcPts val="0"/>
              </a:spcAft>
              <a:defRPr sz="960">
                <a:solidFill>
                  <a:schemeClr val="tx1"/>
                </a:solidFill>
                <a:latin typeface="Verdana" pitchFamily="34" charset="0"/>
              </a:defRPr>
            </a:lvl1pPr>
          </a:lstStyle>
          <a:p>
            <a:pPr>
              <a:defRPr/>
            </a:pPr>
            <a:r>
              <a:rPr lang="de-DE"/>
              <a:t>Titel des Projekts | Nachnamen der Autoren einfügen</a:t>
            </a:r>
            <a:endParaRPr lang="de-DE" dirty="0"/>
          </a:p>
        </p:txBody>
      </p:sp>
      <p:sp>
        <p:nvSpPr>
          <p:cNvPr id="6" name="Foliennummernplatzhalter 5">
            <a:extLst>
              <a:ext uri="{FF2B5EF4-FFF2-40B4-BE49-F238E27FC236}">
                <a16:creationId xmlns:a16="http://schemas.microsoft.com/office/drawing/2014/main" id="{B4F7EED8-B138-4B21-8DBA-A35B8221811A}"/>
              </a:ext>
            </a:extLst>
          </p:cNvPr>
          <p:cNvSpPr>
            <a:spLocks noGrp="1"/>
          </p:cNvSpPr>
          <p:nvPr>
            <p:ph type="sldNum" sz="quarter" idx="4"/>
          </p:nvPr>
        </p:nvSpPr>
        <p:spPr>
          <a:xfrm>
            <a:off x="8737600" y="6519624"/>
            <a:ext cx="2844800" cy="365760"/>
          </a:xfrm>
          <a:prstGeom prst="rect">
            <a:avLst/>
          </a:prstGeom>
        </p:spPr>
        <p:txBody>
          <a:bodyPr vert="horz" wrap="square" lIns="0" tIns="0" rIns="0" bIns="0" numCol="1" anchor="ctr" anchorCtr="0" compatLnSpc="1">
            <a:prstTxWarp prst="textNoShape">
              <a:avLst/>
            </a:prstTxWarp>
          </a:bodyPr>
          <a:lstStyle>
            <a:lvl1pPr algn="r">
              <a:defRPr sz="960">
                <a:latin typeface="Verdana" panose="020B0604030504040204" pitchFamily="34" charset="0"/>
              </a:defRPr>
            </a:lvl1pPr>
          </a:lstStyle>
          <a:p>
            <a:fld id="{029DE7E0-E051-4C03-AF53-7018E0F7EF0C}" type="slidenum">
              <a:rPr lang="de-DE" altLang="de-DE"/>
              <a:pPr/>
              <a:t>‹Nr.›</a:t>
            </a:fld>
            <a:endParaRPr lang="de-DE" altLang="de-DE" dirty="0"/>
          </a:p>
        </p:txBody>
      </p:sp>
    </p:spTree>
    <p:extLst>
      <p:ext uri="{BB962C8B-B14F-4D97-AF65-F5344CB8AC3E}">
        <p14:creationId xmlns:p14="http://schemas.microsoft.com/office/powerpoint/2010/main" val="3435633054"/>
      </p:ext>
    </p:extLst>
  </p:cSld>
  <p:clrMap bg1="lt1" tx1="dk1" bg2="lt2" tx2="dk2" accent1="accent1" accent2="accent2" accent3="accent3" accent4="accent4" accent5="accent5" accent6="accent6" hlink="hlink" folHlink="folHlink"/>
  <p:sldLayoutIdLst>
    <p:sldLayoutId id="2147483909" r:id="rId1"/>
    <p:sldLayoutId id="2147483929" r:id="rId2"/>
  </p:sldLayoutIdLst>
  <p:hf hdr="0" dt="0"/>
  <p:txStyles>
    <p:titleStyle>
      <a:lvl1pPr algn="l" rtl="0" eaLnBrk="1" fontAlgn="base" hangingPunct="1">
        <a:spcBef>
          <a:spcPct val="0"/>
        </a:spcBef>
        <a:spcAft>
          <a:spcPct val="0"/>
        </a:spcAft>
        <a:defRPr sz="2800" kern="1200">
          <a:solidFill>
            <a:schemeClr val="tx1"/>
          </a:solidFill>
          <a:latin typeface="Verdana" pitchFamily="34" charset="0"/>
          <a:ea typeface="+mj-ea"/>
          <a:cs typeface="+mj-cs"/>
        </a:defRPr>
      </a:lvl1pPr>
      <a:lvl2pPr algn="l" rtl="0" eaLnBrk="1" fontAlgn="base" hangingPunct="1">
        <a:spcBef>
          <a:spcPct val="0"/>
        </a:spcBef>
        <a:spcAft>
          <a:spcPct val="0"/>
        </a:spcAft>
        <a:defRPr sz="2880">
          <a:solidFill>
            <a:schemeClr val="tx1"/>
          </a:solidFill>
          <a:latin typeface="Verdana" pitchFamily="34" charset="0"/>
        </a:defRPr>
      </a:lvl2pPr>
      <a:lvl3pPr algn="l" rtl="0" eaLnBrk="1" fontAlgn="base" hangingPunct="1">
        <a:spcBef>
          <a:spcPct val="0"/>
        </a:spcBef>
        <a:spcAft>
          <a:spcPct val="0"/>
        </a:spcAft>
        <a:defRPr sz="2880">
          <a:solidFill>
            <a:schemeClr val="tx1"/>
          </a:solidFill>
          <a:latin typeface="Verdana" pitchFamily="34" charset="0"/>
        </a:defRPr>
      </a:lvl3pPr>
      <a:lvl4pPr algn="l" rtl="0" eaLnBrk="1" fontAlgn="base" hangingPunct="1">
        <a:spcBef>
          <a:spcPct val="0"/>
        </a:spcBef>
        <a:spcAft>
          <a:spcPct val="0"/>
        </a:spcAft>
        <a:defRPr sz="2880">
          <a:solidFill>
            <a:schemeClr val="tx1"/>
          </a:solidFill>
          <a:latin typeface="Verdana" pitchFamily="34" charset="0"/>
        </a:defRPr>
      </a:lvl4pPr>
      <a:lvl5pPr algn="l" rtl="0" eaLnBrk="1" fontAlgn="base" hangingPunct="1">
        <a:spcBef>
          <a:spcPct val="0"/>
        </a:spcBef>
        <a:spcAft>
          <a:spcPct val="0"/>
        </a:spcAft>
        <a:defRPr sz="2880">
          <a:solidFill>
            <a:schemeClr val="tx1"/>
          </a:solidFill>
          <a:latin typeface="Verdana" pitchFamily="34" charset="0"/>
        </a:defRPr>
      </a:lvl5pPr>
      <a:lvl6pPr marL="548626" algn="ctr" rtl="0" eaLnBrk="1" fontAlgn="base" hangingPunct="1">
        <a:spcBef>
          <a:spcPct val="0"/>
        </a:spcBef>
        <a:spcAft>
          <a:spcPct val="0"/>
        </a:spcAft>
        <a:defRPr sz="5280">
          <a:solidFill>
            <a:schemeClr val="tx1"/>
          </a:solidFill>
          <a:latin typeface="Calibri" pitchFamily="34" charset="0"/>
        </a:defRPr>
      </a:lvl6pPr>
      <a:lvl7pPr marL="1097253" algn="ctr" rtl="0" eaLnBrk="1" fontAlgn="base" hangingPunct="1">
        <a:spcBef>
          <a:spcPct val="0"/>
        </a:spcBef>
        <a:spcAft>
          <a:spcPct val="0"/>
        </a:spcAft>
        <a:defRPr sz="5280">
          <a:solidFill>
            <a:schemeClr val="tx1"/>
          </a:solidFill>
          <a:latin typeface="Calibri" pitchFamily="34" charset="0"/>
        </a:defRPr>
      </a:lvl7pPr>
      <a:lvl8pPr marL="1645879" algn="ctr" rtl="0" eaLnBrk="1" fontAlgn="base" hangingPunct="1">
        <a:spcBef>
          <a:spcPct val="0"/>
        </a:spcBef>
        <a:spcAft>
          <a:spcPct val="0"/>
        </a:spcAft>
        <a:defRPr sz="5280">
          <a:solidFill>
            <a:schemeClr val="tx1"/>
          </a:solidFill>
          <a:latin typeface="Calibri" pitchFamily="34" charset="0"/>
        </a:defRPr>
      </a:lvl8pPr>
      <a:lvl9pPr marL="2194505" algn="ctr" rtl="0" eaLnBrk="1" fontAlgn="base" hangingPunct="1">
        <a:spcBef>
          <a:spcPct val="0"/>
        </a:spcBef>
        <a:spcAft>
          <a:spcPct val="0"/>
        </a:spcAft>
        <a:defRPr sz="5280">
          <a:solidFill>
            <a:schemeClr val="tx1"/>
          </a:solidFill>
          <a:latin typeface="Calibri" pitchFamily="34" charset="0"/>
        </a:defRPr>
      </a:lvl9pPr>
    </p:titleStyle>
    <p:bodyStyle>
      <a:lvl1pPr marL="285750" indent="-285750" algn="l" rtl="0" eaLnBrk="1" fontAlgn="base" hangingPunct="1">
        <a:spcBef>
          <a:spcPts val="0"/>
        </a:spcBef>
        <a:spcAft>
          <a:spcPts val="1200"/>
        </a:spcAft>
        <a:buFont typeface="Arial" panose="020B0604020202020204" pitchFamily="34" charset="0"/>
        <a:buChar char="•"/>
        <a:defRPr sz="1600" kern="1200">
          <a:solidFill>
            <a:schemeClr val="tx1"/>
          </a:solidFill>
          <a:latin typeface="Verdana" pitchFamily="34" charset="0"/>
          <a:ea typeface="+mn-ea"/>
          <a:cs typeface="+mn-cs"/>
        </a:defRPr>
      </a:lvl1pPr>
      <a:lvl2pPr marL="834377" indent="-285750" algn="l" rtl="0" eaLnBrk="1" fontAlgn="base" hangingPunct="1">
        <a:spcBef>
          <a:spcPts val="0"/>
        </a:spcBef>
        <a:spcAft>
          <a:spcPts val="1200"/>
        </a:spcAft>
        <a:buFont typeface="Arial" panose="020B0604020202020204" pitchFamily="34" charset="0"/>
        <a:buChar char="•"/>
        <a:defRPr sz="1600" kern="1200">
          <a:solidFill>
            <a:schemeClr val="tx1"/>
          </a:solidFill>
          <a:latin typeface="Verdana" pitchFamily="34" charset="0"/>
          <a:ea typeface="+mn-ea"/>
          <a:cs typeface="+mn-cs"/>
        </a:defRPr>
      </a:lvl2pPr>
      <a:lvl3pPr marL="868658" indent="-441949" algn="l" rtl="0" eaLnBrk="1" fontAlgn="base" hangingPunct="1">
        <a:spcBef>
          <a:spcPct val="20000"/>
        </a:spcBef>
        <a:spcAft>
          <a:spcPct val="0"/>
        </a:spcAft>
        <a:buFont typeface="Verdana" panose="020B0604030504040204" pitchFamily="34" charset="0"/>
        <a:buChar char="&gt;"/>
        <a:defRPr sz="1600" kern="1200">
          <a:solidFill>
            <a:schemeClr val="tx1"/>
          </a:solidFill>
          <a:latin typeface="Verdana" pitchFamily="34" charset="0"/>
          <a:ea typeface="+mn-ea"/>
          <a:cs typeface="+mn-cs"/>
        </a:defRPr>
      </a:lvl3pPr>
      <a:lvl4pPr marL="1931629" indent="-285750" algn="l" rtl="0" eaLnBrk="1" fontAlgn="base" hangingPunct="1">
        <a:spcBef>
          <a:spcPts val="0"/>
        </a:spcBef>
        <a:spcAft>
          <a:spcPts val="1200"/>
        </a:spcAft>
        <a:buFont typeface="Wingdings" panose="05000000000000000000" pitchFamily="2" charset="2"/>
        <a:buChar char="Ø"/>
        <a:defRPr sz="1600" kern="1200">
          <a:solidFill>
            <a:schemeClr val="tx1"/>
          </a:solidFill>
          <a:latin typeface="Verdana" pitchFamily="34" charset="0"/>
          <a:ea typeface="+mn-ea"/>
          <a:cs typeface="+mn-cs"/>
        </a:defRPr>
      </a:lvl4pPr>
      <a:lvl5pPr marL="868658" indent="-441949" algn="l" rtl="0" eaLnBrk="1" fontAlgn="base" hangingPunct="1">
        <a:spcBef>
          <a:spcPct val="20000"/>
        </a:spcBef>
        <a:spcAft>
          <a:spcPct val="0"/>
        </a:spcAft>
        <a:buFont typeface="Arial" panose="020B0604020202020204" pitchFamily="34" charset="0"/>
        <a:buChar char="&gt;"/>
        <a:defRPr sz="1600" kern="1200">
          <a:solidFill>
            <a:schemeClr val="tx1"/>
          </a:solidFill>
          <a:latin typeface="Verdana" pitchFamily="34" charset="0"/>
          <a:ea typeface="+mn-ea"/>
          <a:cs typeface="+mn-cs"/>
        </a:defRPr>
      </a:lvl5pPr>
      <a:lvl6pPr marL="3017445"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71"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97253" rtl="0" eaLnBrk="1" latinLnBrk="0" hangingPunct="1">
        <a:defRPr sz="2160" kern="1200">
          <a:solidFill>
            <a:schemeClr val="tx1"/>
          </a:solidFill>
          <a:latin typeface="+mn-lt"/>
          <a:ea typeface="+mn-ea"/>
          <a:cs typeface="+mn-cs"/>
        </a:defRPr>
      </a:lvl1pPr>
      <a:lvl2pPr marL="548626" algn="l" defTabSz="1097253" rtl="0" eaLnBrk="1" latinLnBrk="0" hangingPunct="1">
        <a:defRPr sz="2160" kern="1200">
          <a:solidFill>
            <a:schemeClr val="tx1"/>
          </a:solidFill>
          <a:latin typeface="+mn-lt"/>
          <a:ea typeface="+mn-ea"/>
          <a:cs typeface="+mn-cs"/>
        </a:defRPr>
      </a:lvl2pPr>
      <a:lvl3pPr marL="1097253" algn="l" defTabSz="1097253" rtl="0" eaLnBrk="1" latinLnBrk="0" hangingPunct="1">
        <a:defRPr sz="2160" kern="1200">
          <a:solidFill>
            <a:schemeClr val="tx1"/>
          </a:solidFill>
          <a:latin typeface="+mn-lt"/>
          <a:ea typeface="+mn-ea"/>
          <a:cs typeface="+mn-cs"/>
        </a:defRPr>
      </a:lvl3pPr>
      <a:lvl4pPr marL="1645879" algn="l" defTabSz="1097253" rtl="0" eaLnBrk="1" latinLnBrk="0" hangingPunct="1">
        <a:defRPr sz="2160" kern="1200">
          <a:solidFill>
            <a:schemeClr val="tx1"/>
          </a:solidFill>
          <a:latin typeface="+mn-lt"/>
          <a:ea typeface="+mn-ea"/>
          <a:cs typeface="+mn-cs"/>
        </a:defRPr>
      </a:lvl4pPr>
      <a:lvl5pPr marL="2194505" algn="l" defTabSz="1097253" rtl="0" eaLnBrk="1" latinLnBrk="0" hangingPunct="1">
        <a:defRPr sz="2160" kern="1200">
          <a:solidFill>
            <a:schemeClr val="tx1"/>
          </a:solidFill>
          <a:latin typeface="+mn-lt"/>
          <a:ea typeface="+mn-ea"/>
          <a:cs typeface="+mn-cs"/>
        </a:defRPr>
      </a:lvl5pPr>
      <a:lvl6pPr marL="2743131" algn="l" defTabSz="1097253" rtl="0" eaLnBrk="1" latinLnBrk="0" hangingPunct="1">
        <a:defRPr sz="2160" kern="1200">
          <a:solidFill>
            <a:schemeClr val="tx1"/>
          </a:solidFill>
          <a:latin typeface="+mn-lt"/>
          <a:ea typeface="+mn-ea"/>
          <a:cs typeface="+mn-cs"/>
        </a:defRPr>
      </a:lvl6pPr>
      <a:lvl7pPr marL="3291758" algn="l" defTabSz="1097253" rtl="0" eaLnBrk="1" latinLnBrk="0" hangingPunct="1">
        <a:defRPr sz="2160" kern="1200">
          <a:solidFill>
            <a:schemeClr val="tx1"/>
          </a:solidFill>
          <a:latin typeface="+mn-lt"/>
          <a:ea typeface="+mn-ea"/>
          <a:cs typeface="+mn-cs"/>
        </a:defRPr>
      </a:lvl7pPr>
      <a:lvl8pPr marL="3840384" algn="l" defTabSz="1097253" rtl="0" eaLnBrk="1" latinLnBrk="0" hangingPunct="1">
        <a:defRPr sz="2160" kern="1200">
          <a:solidFill>
            <a:schemeClr val="tx1"/>
          </a:solidFill>
          <a:latin typeface="+mn-lt"/>
          <a:ea typeface="+mn-ea"/>
          <a:cs typeface="+mn-cs"/>
        </a:defRPr>
      </a:lvl8pPr>
      <a:lvl9pPr marL="4389010" algn="l" defTabSz="1097253"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abdelghaniaaba/wildfire-prediction-datase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tif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kaggle.com/datasets/abdelghaniaaba/wildfire-prediction-dataset/"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E21646-0668-5953-0624-611C96FBEF6D}"/>
              </a:ext>
            </a:extLst>
          </p:cNvPr>
          <p:cNvSpPr>
            <a:spLocks noGrp="1"/>
          </p:cNvSpPr>
          <p:nvPr>
            <p:ph type="ctrTitle"/>
          </p:nvPr>
        </p:nvSpPr>
        <p:spPr>
          <a:xfrm>
            <a:off x="384000" y="1772816"/>
            <a:ext cx="10752000" cy="2520000"/>
          </a:xfrm>
        </p:spPr>
        <p:txBody>
          <a:bodyPr/>
          <a:lstStyle/>
          <a:p>
            <a:r>
              <a:rPr lang="de-DE" sz="5400" dirty="0"/>
              <a:t>ADA 2025 – Waldbranderkennung mittels Bildklassifikation</a:t>
            </a:r>
          </a:p>
        </p:txBody>
      </p:sp>
      <p:sp>
        <p:nvSpPr>
          <p:cNvPr id="3" name="Untertitel 2">
            <a:extLst>
              <a:ext uri="{FF2B5EF4-FFF2-40B4-BE49-F238E27FC236}">
                <a16:creationId xmlns:a16="http://schemas.microsoft.com/office/drawing/2014/main" id="{7D794AE7-F7D6-6D4B-CF9C-D8DC3181A656}"/>
              </a:ext>
            </a:extLst>
          </p:cNvPr>
          <p:cNvSpPr>
            <a:spLocks noGrp="1"/>
          </p:cNvSpPr>
          <p:nvPr>
            <p:ph type="subTitle" idx="1"/>
          </p:nvPr>
        </p:nvSpPr>
        <p:spPr>
          <a:xfrm>
            <a:off x="384000" y="4509120"/>
            <a:ext cx="10752000" cy="1440000"/>
          </a:xfrm>
        </p:spPr>
        <p:txBody>
          <a:bodyPr/>
          <a:lstStyle/>
          <a:p>
            <a:r>
              <a:rPr lang="de-DE" sz="2800" dirty="0"/>
              <a:t>Gruppe 3 - Philipp Schulte-Glade, </a:t>
            </a:r>
            <a:r>
              <a:rPr lang="de-DE" sz="2800" dirty="0" err="1"/>
              <a:t>Houdaifa</a:t>
            </a:r>
            <a:r>
              <a:rPr lang="de-DE" sz="2800" dirty="0"/>
              <a:t> </a:t>
            </a:r>
            <a:r>
              <a:rPr lang="de-DE" sz="2800" dirty="0" err="1"/>
              <a:t>Lanijri</a:t>
            </a:r>
            <a:r>
              <a:rPr lang="de-DE" sz="2800" dirty="0"/>
              <a:t>, Benedikt Schmitz</a:t>
            </a:r>
          </a:p>
        </p:txBody>
      </p:sp>
      <p:sp>
        <p:nvSpPr>
          <p:cNvPr id="4" name="Fußzeilenplatzhalter 3">
            <a:extLst>
              <a:ext uri="{FF2B5EF4-FFF2-40B4-BE49-F238E27FC236}">
                <a16:creationId xmlns:a16="http://schemas.microsoft.com/office/drawing/2014/main" id="{BBD3909D-00DC-4473-2011-5E7353B98CF7}"/>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
        <p:nvSpPr>
          <p:cNvPr id="5" name="Foliennummernplatzhalter 4">
            <a:extLst>
              <a:ext uri="{FF2B5EF4-FFF2-40B4-BE49-F238E27FC236}">
                <a16:creationId xmlns:a16="http://schemas.microsoft.com/office/drawing/2014/main" id="{F8B129EA-C504-849B-5FB8-4415BD861879}"/>
              </a:ext>
            </a:extLst>
          </p:cNvPr>
          <p:cNvSpPr>
            <a:spLocks noGrp="1"/>
          </p:cNvSpPr>
          <p:nvPr>
            <p:ph type="sldNum" sz="quarter" idx="4"/>
          </p:nvPr>
        </p:nvSpPr>
        <p:spPr/>
        <p:txBody>
          <a:bodyPr/>
          <a:lstStyle/>
          <a:p>
            <a:fld id="{029DE7E0-E051-4C03-AF53-7018E0F7EF0C}" type="slidenum">
              <a:rPr lang="de-DE" altLang="de-DE" smtClean="0"/>
              <a:pPr/>
              <a:t>1</a:t>
            </a:fld>
            <a:endParaRPr lang="de-DE" altLang="de-DE"/>
          </a:p>
        </p:txBody>
      </p:sp>
    </p:spTree>
    <p:extLst>
      <p:ext uri="{BB962C8B-B14F-4D97-AF65-F5344CB8AC3E}">
        <p14:creationId xmlns:p14="http://schemas.microsoft.com/office/powerpoint/2010/main" val="3452097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4A08A-6CD7-534E-5EFE-68F852CA3FE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B9E4B8-620F-7251-D2F2-2DD01D9606E6}"/>
              </a:ext>
            </a:extLst>
          </p:cNvPr>
          <p:cNvSpPr>
            <a:spLocks noGrp="1"/>
          </p:cNvSpPr>
          <p:nvPr>
            <p:ph type="title"/>
          </p:nvPr>
        </p:nvSpPr>
        <p:spPr/>
        <p:txBody>
          <a:bodyPr/>
          <a:lstStyle/>
          <a:p>
            <a:r>
              <a:rPr lang="de-DE" dirty="0"/>
              <a:t>Inhaltsverzeichnis</a:t>
            </a:r>
          </a:p>
        </p:txBody>
      </p:sp>
      <p:sp>
        <p:nvSpPr>
          <p:cNvPr id="3" name="Inhaltsplatzhalter 2">
            <a:extLst>
              <a:ext uri="{FF2B5EF4-FFF2-40B4-BE49-F238E27FC236}">
                <a16:creationId xmlns:a16="http://schemas.microsoft.com/office/drawing/2014/main" id="{3E93D819-E017-3285-E225-B0CF7363E308}"/>
              </a:ext>
            </a:extLst>
          </p:cNvPr>
          <p:cNvSpPr>
            <a:spLocks noGrp="1"/>
          </p:cNvSpPr>
          <p:nvPr>
            <p:ph idx="1"/>
          </p:nvPr>
        </p:nvSpPr>
        <p:spPr/>
        <p:txBody>
          <a:bodyPr/>
          <a:lstStyle/>
          <a:p>
            <a:pPr marL="285750" indent="-285750">
              <a:spcAft>
                <a:spcPts val="1800"/>
              </a:spcAft>
              <a:buFont typeface="Arial" panose="020B0604020202020204" pitchFamily="34" charset="0"/>
              <a:buChar char="•"/>
            </a:pPr>
            <a:r>
              <a:rPr lang="de-DE" dirty="0"/>
              <a:t>Datensatz</a:t>
            </a:r>
          </a:p>
          <a:p>
            <a:pPr marL="285750" indent="-285750">
              <a:spcAft>
                <a:spcPts val="1800"/>
              </a:spcAft>
              <a:buFont typeface="Arial" panose="020B0604020202020204" pitchFamily="34" charset="0"/>
              <a:buChar char="•"/>
            </a:pPr>
            <a:r>
              <a:rPr lang="de-DE" dirty="0"/>
              <a:t>Vorverarbeitung und Explorative Datenanalyse</a:t>
            </a:r>
          </a:p>
          <a:p>
            <a:pPr marL="285750" indent="-285750">
              <a:spcAft>
                <a:spcPts val="1800"/>
              </a:spcAft>
              <a:buFont typeface="Arial" panose="020B0604020202020204" pitchFamily="34" charset="0"/>
              <a:buChar char="•"/>
            </a:pPr>
            <a:r>
              <a:rPr lang="de-DE" dirty="0"/>
              <a:t>Einordung des Anwendungsproblems</a:t>
            </a:r>
          </a:p>
          <a:p>
            <a:pPr marL="285750" indent="-285750">
              <a:spcAft>
                <a:spcPts val="1800"/>
              </a:spcAft>
              <a:buFont typeface="Arial" panose="020B0604020202020204" pitchFamily="34" charset="0"/>
              <a:buChar char="•"/>
            </a:pPr>
            <a:r>
              <a:rPr lang="de-DE" dirty="0"/>
              <a:t>Detailfragen:</a:t>
            </a:r>
          </a:p>
          <a:p>
            <a:pPr marL="628650" lvl="1" indent="-285750">
              <a:spcAft>
                <a:spcPts val="1800"/>
              </a:spcAft>
            </a:pPr>
            <a:r>
              <a:rPr lang="de-DE" dirty="0"/>
              <a:t>Welche CNN-Architektur erreicht die höchste Genauigkeit?</a:t>
            </a:r>
          </a:p>
          <a:p>
            <a:pPr marL="628650" lvl="1" indent="-285750">
              <a:spcAft>
                <a:spcPts val="1800"/>
              </a:spcAft>
            </a:pPr>
            <a:r>
              <a:rPr lang="de-DE" dirty="0"/>
              <a:t>Wie wirkt sich Data Augmentation auf die Erkennungsgenauigkeit des Modells aus?</a:t>
            </a:r>
          </a:p>
          <a:p>
            <a:pPr marL="628650" lvl="1" indent="-285750">
              <a:spcAft>
                <a:spcPts val="1800"/>
              </a:spcAft>
            </a:pPr>
            <a:r>
              <a:rPr lang="de-DE" dirty="0"/>
              <a:t>Welche Kriterien nutzt das Model hauptsächlich zur Klassifizierung?</a:t>
            </a:r>
          </a:p>
          <a:p>
            <a:pPr marL="285750" indent="-285750">
              <a:spcAft>
                <a:spcPts val="1800"/>
              </a:spcAft>
              <a:buFont typeface="Arial" panose="020B0604020202020204" pitchFamily="34" charset="0"/>
              <a:buChar char="•"/>
            </a:pPr>
            <a:r>
              <a:rPr lang="de-DE" dirty="0"/>
              <a:t>Interpretation und Fazit</a:t>
            </a:r>
          </a:p>
          <a:p>
            <a:pPr>
              <a:spcAft>
                <a:spcPts val="1800"/>
              </a:spcAft>
            </a:pPr>
            <a:endParaRPr lang="de-DE" dirty="0"/>
          </a:p>
        </p:txBody>
      </p:sp>
      <p:sp>
        <p:nvSpPr>
          <p:cNvPr id="5" name="Foliennummernplatzhalter 4">
            <a:extLst>
              <a:ext uri="{FF2B5EF4-FFF2-40B4-BE49-F238E27FC236}">
                <a16:creationId xmlns:a16="http://schemas.microsoft.com/office/drawing/2014/main" id="{8BFC4E3E-802C-A5A0-ABB1-3E122F11C832}"/>
              </a:ext>
            </a:extLst>
          </p:cNvPr>
          <p:cNvSpPr>
            <a:spLocks noGrp="1"/>
          </p:cNvSpPr>
          <p:nvPr>
            <p:ph type="sldNum" sz="quarter" idx="4"/>
          </p:nvPr>
        </p:nvSpPr>
        <p:spPr/>
        <p:txBody>
          <a:bodyPr/>
          <a:lstStyle/>
          <a:p>
            <a:fld id="{029DE7E0-E051-4C03-AF53-7018E0F7EF0C}" type="slidenum">
              <a:rPr lang="de-DE" altLang="de-DE" smtClean="0"/>
              <a:pPr/>
              <a:t>2</a:t>
            </a:fld>
            <a:endParaRPr lang="de-DE" altLang="de-DE"/>
          </a:p>
        </p:txBody>
      </p:sp>
      <p:sp>
        <p:nvSpPr>
          <p:cNvPr id="6" name="Fußzeilenplatzhalter 3">
            <a:extLst>
              <a:ext uri="{FF2B5EF4-FFF2-40B4-BE49-F238E27FC236}">
                <a16:creationId xmlns:a16="http://schemas.microsoft.com/office/drawing/2014/main" id="{17F566CC-68CC-CB11-DFD1-1B511B764D87}"/>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3713519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8C9C9A-E79B-43F9-B8C4-A282EF7966F7}"/>
              </a:ext>
            </a:extLst>
          </p:cNvPr>
          <p:cNvSpPr>
            <a:spLocks noGrp="1"/>
          </p:cNvSpPr>
          <p:nvPr>
            <p:ph type="title"/>
          </p:nvPr>
        </p:nvSpPr>
        <p:spPr/>
        <p:txBody>
          <a:bodyPr/>
          <a:lstStyle/>
          <a:p>
            <a:r>
              <a:rPr lang="de-DE" dirty="0"/>
              <a:t>Datensatz</a:t>
            </a:r>
          </a:p>
        </p:txBody>
      </p:sp>
      <p:sp>
        <p:nvSpPr>
          <p:cNvPr id="3" name="Inhaltsplatzhalter 2">
            <a:extLst>
              <a:ext uri="{FF2B5EF4-FFF2-40B4-BE49-F238E27FC236}">
                <a16:creationId xmlns:a16="http://schemas.microsoft.com/office/drawing/2014/main" id="{72442399-334E-489A-B885-1FC8DDA9DD33}"/>
              </a:ext>
            </a:extLst>
          </p:cNvPr>
          <p:cNvSpPr>
            <a:spLocks noGrp="1"/>
          </p:cNvSpPr>
          <p:nvPr>
            <p:ph idx="1"/>
          </p:nvPr>
        </p:nvSpPr>
        <p:spPr>
          <a:xfrm>
            <a:off x="384000" y="1484783"/>
            <a:ext cx="10752000" cy="4851215"/>
          </a:xfrm>
        </p:spPr>
        <p:txBody>
          <a:bodyPr/>
          <a:lstStyle/>
          <a:p>
            <a:pPr marL="285750" indent="-285750">
              <a:spcAft>
                <a:spcPts val="1800"/>
              </a:spcAft>
              <a:buFont typeface="Arial" panose="020B0604020202020204" pitchFamily="34" charset="0"/>
              <a:buChar char="•"/>
            </a:pPr>
            <a:r>
              <a:rPr lang="de-DE" dirty="0"/>
              <a:t>Satellitenbilder in 350x350px</a:t>
            </a:r>
          </a:p>
          <a:p>
            <a:pPr marL="628650" lvl="1" indent="-285750">
              <a:spcAft>
                <a:spcPts val="1800"/>
              </a:spcAft>
            </a:pPr>
            <a:r>
              <a:rPr lang="de-DE" dirty="0"/>
              <a:t>22.710 „</a:t>
            </a:r>
            <a:r>
              <a:rPr lang="de-DE" dirty="0" err="1"/>
              <a:t>Wildfire</a:t>
            </a:r>
            <a:r>
              <a:rPr lang="de-DE" dirty="0"/>
              <a:t>“</a:t>
            </a:r>
          </a:p>
          <a:p>
            <a:pPr marL="628650" lvl="1" indent="-285750">
              <a:spcAft>
                <a:spcPts val="1800"/>
              </a:spcAft>
            </a:pPr>
            <a:r>
              <a:rPr lang="de-DE" dirty="0"/>
              <a:t>20.140 „</a:t>
            </a:r>
            <a:r>
              <a:rPr lang="de-DE" dirty="0" err="1"/>
              <a:t>No</a:t>
            </a:r>
            <a:r>
              <a:rPr lang="de-DE" dirty="0"/>
              <a:t> </a:t>
            </a:r>
            <a:r>
              <a:rPr lang="de-DE" dirty="0" err="1"/>
              <a:t>Wildfire</a:t>
            </a:r>
            <a:r>
              <a:rPr lang="de-DE" dirty="0"/>
              <a:t>“</a:t>
            </a:r>
          </a:p>
          <a:p>
            <a:pPr marL="285750" indent="-285750">
              <a:spcAft>
                <a:spcPts val="1800"/>
              </a:spcAft>
              <a:buFont typeface="Arial" panose="020B0604020202020204" pitchFamily="34" charset="0"/>
              <a:buChar char="•"/>
            </a:pPr>
            <a:r>
              <a:rPr lang="de-DE" dirty="0" err="1"/>
              <a:t>Augeteilt</a:t>
            </a:r>
            <a:r>
              <a:rPr lang="de-DE" dirty="0"/>
              <a:t> in 70% Train, 15% Test, 15% Validation</a:t>
            </a:r>
          </a:p>
          <a:p>
            <a:pPr marL="285750" indent="-285750">
              <a:spcAft>
                <a:spcPts val="1800"/>
              </a:spcAft>
              <a:buFont typeface="Arial" panose="020B0604020202020204" pitchFamily="34" charset="0"/>
              <a:buChar char="•"/>
            </a:pPr>
            <a:r>
              <a:rPr lang="de-DE" dirty="0"/>
              <a:t>Bilder basieren auf realen Waldbrandkoordinaten (&gt;0,01 Acres)</a:t>
            </a:r>
          </a:p>
          <a:p>
            <a:pPr marL="285750" indent="-285750">
              <a:spcAft>
                <a:spcPts val="1800"/>
              </a:spcAft>
              <a:buFont typeface="Arial" panose="020B0604020202020204" pitchFamily="34" charset="0"/>
              <a:buChar char="•"/>
            </a:pPr>
            <a:r>
              <a:rPr lang="de-DE" dirty="0"/>
              <a:t>Quelle: Kanadische Regierungsdaten</a:t>
            </a:r>
          </a:p>
          <a:p>
            <a:pPr marL="285750" indent="-285750">
              <a:spcAft>
                <a:spcPts val="1800"/>
              </a:spcAft>
              <a:buFont typeface="Arial" panose="020B0604020202020204" pitchFamily="34" charset="0"/>
              <a:buChar char="•"/>
            </a:pPr>
            <a:r>
              <a:rPr lang="en-US" dirty="0" err="1"/>
              <a:t>Lizenz</a:t>
            </a:r>
            <a:r>
              <a:rPr lang="en-US" dirty="0"/>
              <a:t>: Creative Commons 4.0 Attribution (CC-BY)</a:t>
            </a:r>
          </a:p>
          <a:p>
            <a:pPr marL="285750" indent="-285750">
              <a:spcAft>
                <a:spcPts val="1800"/>
              </a:spcAft>
              <a:buFont typeface="Arial" panose="020B0604020202020204" pitchFamily="34" charset="0"/>
              <a:buChar char="•"/>
            </a:pPr>
            <a:r>
              <a:rPr lang="de-DE" dirty="0"/>
              <a:t>Link zum Datensatz: </a:t>
            </a:r>
            <a:r>
              <a:rPr lang="de-DE" dirty="0">
                <a:solidFill>
                  <a:srgbClr val="FF0000"/>
                </a:solidFill>
                <a:hlinkClick r:id="rId3"/>
              </a:rPr>
              <a:t>https://www.kaggle.com/datasets/abdelghaniaaba/wildfire-prediction-dataset/</a:t>
            </a:r>
            <a:endParaRPr lang="de-DE" dirty="0"/>
          </a:p>
          <a:p>
            <a:pPr marL="285750" indent="-285750">
              <a:spcAft>
                <a:spcPts val="1800"/>
              </a:spcAft>
              <a:buFont typeface="Arial" panose="020B0604020202020204" pitchFamily="34" charset="0"/>
              <a:buChar char="•"/>
            </a:pPr>
            <a:endParaRPr lang="de-DE" dirty="0"/>
          </a:p>
        </p:txBody>
      </p:sp>
      <p:sp>
        <p:nvSpPr>
          <p:cNvPr id="5" name="Foliennummernplatzhalter 4">
            <a:extLst>
              <a:ext uri="{FF2B5EF4-FFF2-40B4-BE49-F238E27FC236}">
                <a16:creationId xmlns:a16="http://schemas.microsoft.com/office/drawing/2014/main" id="{F8013BAF-1292-BD81-5934-1085F44B3C3C}"/>
              </a:ext>
            </a:extLst>
          </p:cNvPr>
          <p:cNvSpPr>
            <a:spLocks noGrp="1"/>
          </p:cNvSpPr>
          <p:nvPr>
            <p:ph type="sldNum" sz="quarter" idx="4"/>
          </p:nvPr>
        </p:nvSpPr>
        <p:spPr/>
        <p:txBody>
          <a:bodyPr/>
          <a:lstStyle/>
          <a:p>
            <a:fld id="{029DE7E0-E051-4C03-AF53-7018E0F7EF0C}" type="slidenum">
              <a:rPr lang="de-DE" altLang="de-DE" smtClean="0"/>
              <a:pPr/>
              <a:t>3</a:t>
            </a:fld>
            <a:endParaRPr lang="de-DE" altLang="de-DE"/>
          </a:p>
        </p:txBody>
      </p:sp>
      <p:pic>
        <p:nvPicPr>
          <p:cNvPr id="6" name="Picture 5">
            <a:extLst>
              <a:ext uri="{FF2B5EF4-FFF2-40B4-BE49-F238E27FC236}">
                <a16:creationId xmlns:a16="http://schemas.microsoft.com/office/drawing/2014/main" id="{E492C7FF-7CBD-1D08-51D9-AB6154E3CA52}"/>
              </a:ext>
            </a:extLst>
          </p:cNvPr>
          <p:cNvPicPr>
            <a:picLocks noChangeAspect="1"/>
          </p:cNvPicPr>
          <p:nvPr/>
        </p:nvPicPr>
        <p:blipFill>
          <a:blip r:embed="rId4"/>
          <a:stretch>
            <a:fillRect/>
          </a:stretch>
        </p:blipFill>
        <p:spPr>
          <a:xfrm>
            <a:off x="8404105" y="1484784"/>
            <a:ext cx="2736304" cy="2736304"/>
          </a:xfrm>
          <a:prstGeom prst="rect">
            <a:avLst/>
          </a:prstGeom>
        </p:spPr>
      </p:pic>
      <p:sp>
        <p:nvSpPr>
          <p:cNvPr id="7" name="TextBox 6">
            <a:extLst>
              <a:ext uri="{FF2B5EF4-FFF2-40B4-BE49-F238E27FC236}">
                <a16:creationId xmlns:a16="http://schemas.microsoft.com/office/drawing/2014/main" id="{B6AB37A2-7EC5-7487-52F8-72342EBC5766}"/>
              </a:ext>
            </a:extLst>
          </p:cNvPr>
          <p:cNvSpPr txBox="1"/>
          <p:nvPr/>
        </p:nvSpPr>
        <p:spPr>
          <a:xfrm>
            <a:off x="8399697" y="4221088"/>
            <a:ext cx="2736304" cy="287999"/>
          </a:xfrm>
          <a:prstGeom prst="rect">
            <a:avLst/>
          </a:prstGeom>
          <a:noFill/>
        </p:spPr>
        <p:txBody>
          <a:bodyPr wrap="square" rtlCol="0">
            <a:spAutoFit/>
          </a:bodyPr>
          <a:lstStyle/>
          <a:p>
            <a:r>
              <a:rPr lang="en-DE" sz="1200" dirty="0"/>
              <a:t>Abb. 1: Beispiel aus dem Datensatz</a:t>
            </a:r>
          </a:p>
        </p:txBody>
      </p:sp>
      <p:sp>
        <p:nvSpPr>
          <p:cNvPr id="8" name="Fußzeilenplatzhalter 3">
            <a:extLst>
              <a:ext uri="{FF2B5EF4-FFF2-40B4-BE49-F238E27FC236}">
                <a16:creationId xmlns:a16="http://schemas.microsoft.com/office/drawing/2014/main" id="{42B662F9-6EEF-E501-27AE-E0E3AA556AC6}"/>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875973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8E1A0C-AAD8-D594-0557-CA36F214EAB4}"/>
              </a:ext>
            </a:extLst>
          </p:cNvPr>
          <p:cNvSpPr>
            <a:spLocks noGrp="1"/>
          </p:cNvSpPr>
          <p:nvPr>
            <p:ph type="title"/>
          </p:nvPr>
        </p:nvSpPr>
        <p:spPr/>
        <p:txBody>
          <a:bodyPr/>
          <a:lstStyle/>
          <a:p>
            <a:r>
              <a:rPr lang="de-DE" dirty="0"/>
              <a:t>Vorverarbeitung und Explorative Datenanalyse</a:t>
            </a:r>
          </a:p>
        </p:txBody>
      </p:sp>
      <p:sp>
        <p:nvSpPr>
          <p:cNvPr id="3" name="Inhaltsplatzhalter 2">
            <a:extLst>
              <a:ext uri="{FF2B5EF4-FFF2-40B4-BE49-F238E27FC236}">
                <a16:creationId xmlns:a16="http://schemas.microsoft.com/office/drawing/2014/main" id="{FFD3D16D-2019-2A07-D4FE-9B7DBD9D2044}"/>
              </a:ext>
            </a:extLst>
          </p:cNvPr>
          <p:cNvSpPr>
            <a:spLocks noGrp="1"/>
          </p:cNvSpPr>
          <p:nvPr>
            <p:ph idx="1"/>
          </p:nvPr>
        </p:nvSpPr>
        <p:spPr>
          <a:xfrm>
            <a:off x="384000" y="1700807"/>
            <a:ext cx="5567984" cy="4635191"/>
          </a:xfrm>
        </p:spPr>
        <p:txBody>
          <a:bodyPr/>
          <a:lstStyle/>
          <a:p>
            <a:pPr marL="285750" indent="-285750">
              <a:lnSpc>
                <a:spcPct val="150000"/>
              </a:lnSpc>
              <a:buFont typeface="Arial" panose="020B0604020202020204" pitchFamily="34" charset="0"/>
              <a:buChar char="•"/>
            </a:pPr>
            <a:r>
              <a:rPr lang="de-DE" dirty="0"/>
              <a:t>3 defekte Bilder beim Laden übersprungen</a:t>
            </a:r>
          </a:p>
          <a:p>
            <a:pPr marL="285750" indent="-285750">
              <a:lnSpc>
                <a:spcPct val="150000"/>
              </a:lnSpc>
              <a:buFont typeface="Arial" panose="020B0604020202020204" pitchFamily="34" charset="0"/>
              <a:buChar char="•"/>
            </a:pPr>
            <a:r>
              <a:rPr lang="de-DE" dirty="0" err="1"/>
              <a:t>Downscaling</a:t>
            </a:r>
            <a:r>
              <a:rPr lang="de-DE" dirty="0"/>
              <a:t> auf 32x32 Pixel, keine fehlenden Werte</a:t>
            </a:r>
          </a:p>
          <a:p>
            <a:pPr marL="285750" indent="-285750">
              <a:lnSpc>
                <a:spcPct val="150000"/>
              </a:lnSpc>
              <a:buFont typeface="Arial" panose="020B0604020202020204" pitchFamily="34" charset="0"/>
              <a:buChar char="•"/>
            </a:pPr>
            <a:r>
              <a:rPr lang="de-DE" dirty="0"/>
              <a:t>Klassenverteilung: 53% </a:t>
            </a:r>
            <a:r>
              <a:rPr lang="de-DE" dirty="0" err="1"/>
              <a:t>Wildfire</a:t>
            </a:r>
            <a:r>
              <a:rPr lang="de-DE" dirty="0"/>
              <a:t> vs. 47% </a:t>
            </a:r>
            <a:r>
              <a:rPr lang="de-DE" dirty="0" err="1"/>
              <a:t>No-Wildfire</a:t>
            </a:r>
            <a:r>
              <a:rPr lang="de-DE" dirty="0"/>
              <a:t> (leicht </a:t>
            </a:r>
            <a:r>
              <a:rPr lang="de-DE" dirty="0" err="1"/>
              <a:t>unbalanciert</a:t>
            </a:r>
            <a:r>
              <a:rPr lang="de-DE" dirty="0"/>
              <a:t>)</a:t>
            </a:r>
          </a:p>
          <a:p>
            <a:pPr marL="285750" indent="-285750">
              <a:lnSpc>
                <a:spcPct val="150000"/>
              </a:lnSpc>
              <a:buFont typeface="Arial" panose="020B0604020202020204" pitchFamily="34" charset="0"/>
              <a:buChar char="•"/>
            </a:pPr>
            <a:r>
              <a:rPr lang="de-DE" dirty="0"/>
              <a:t>Keine redundanten Features durch koordinatenbasierte Eindeutigkeit</a:t>
            </a:r>
          </a:p>
          <a:p>
            <a:pPr>
              <a:lnSpc>
                <a:spcPct val="150000"/>
              </a:lnSpc>
            </a:pPr>
            <a:r>
              <a:rPr lang="de-DE" b="1" dirty="0"/>
              <a:t>=&gt; Datensatz ist trainingsbereit, minimale Vorverarbeitung erforderlich</a:t>
            </a:r>
          </a:p>
        </p:txBody>
      </p:sp>
      <p:sp>
        <p:nvSpPr>
          <p:cNvPr id="5" name="Foliennummernplatzhalter 4">
            <a:extLst>
              <a:ext uri="{FF2B5EF4-FFF2-40B4-BE49-F238E27FC236}">
                <a16:creationId xmlns:a16="http://schemas.microsoft.com/office/drawing/2014/main" id="{BC26B0F3-BB07-93FA-AB74-3781DFF4DA73}"/>
              </a:ext>
            </a:extLst>
          </p:cNvPr>
          <p:cNvSpPr>
            <a:spLocks noGrp="1"/>
          </p:cNvSpPr>
          <p:nvPr>
            <p:ph type="sldNum" sz="quarter" idx="4"/>
          </p:nvPr>
        </p:nvSpPr>
        <p:spPr/>
        <p:txBody>
          <a:bodyPr/>
          <a:lstStyle/>
          <a:p>
            <a:fld id="{029DE7E0-E051-4C03-AF53-7018E0F7EF0C}" type="slidenum">
              <a:rPr lang="de-DE" altLang="de-DE" smtClean="0"/>
              <a:pPr/>
              <a:t>4</a:t>
            </a:fld>
            <a:endParaRPr lang="de-DE" altLang="de-DE"/>
          </a:p>
        </p:txBody>
      </p:sp>
      <p:pic>
        <p:nvPicPr>
          <p:cNvPr id="13" name="Grafik 12">
            <a:extLst>
              <a:ext uri="{FF2B5EF4-FFF2-40B4-BE49-F238E27FC236}">
                <a16:creationId xmlns:a16="http://schemas.microsoft.com/office/drawing/2014/main" id="{80C80088-E543-421D-E8B2-4E01AA9010DC}"/>
              </a:ext>
            </a:extLst>
          </p:cNvPr>
          <p:cNvPicPr>
            <a:picLocks noChangeAspect="1"/>
          </p:cNvPicPr>
          <p:nvPr/>
        </p:nvPicPr>
        <p:blipFill>
          <a:blip r:embed="rId3">
            <a:extLst>
              <a:ext uri="{28A0092B-C50C-407E-A947-70E740481C1C}">
                <a14:useLocalDpi xmlns:a14="http://schemas.microsoft.com/office/drawing/2010/main" val="0"/>
              </a:ext>
            </a:extLst>
          </a:blip>
          <a:srcRect l="1153"/>
          <a:stretch>
            <a:fillRect/>
          </a:stretch>
        </p:blipFill>
        <p:spPr>
          <a:xfrm>
            <a:off x="5951985" y="2276872"/>
            <a:ext cx="5805522" cy="3418512"/>
          </a:xfrm>
          <a:prstGeom prst="rect">
            <a:avLst/>
          </a:prstGeom>
        </p:spPr>
      </p:pic>
      <p:sp>
        <p:nvSpPr>
          <p:cNvPr id="7" name="Fußzeilenplatzhalter 3">
            <a:extLst>
              <a:ext uri="{FF2B5EF4-FFF2-40B4-BE49-F238E27FC236}">
                <a16:creationId xmlns:a16="http://schemas.microsoft.com/office/drawing/2014/main" id="{523F64ED-1B0F-5056-A4E5-4851A21BB5CE}"/>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1335121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D91A89-ECF3-2896-2B7C-7CD5DC0D58CF}"/>
              </a:ext>
            </a:extLst>
          </p:cNvPr>
          <p:cNvSpPr>
            <a:spLocks noGrp="1"/>
          </p:cNvSpPr>
          <p:nvPr>
            <p:ph type="title"/>
          </p:nvPr>
        </p:nvSpPr>
        <p:spPr/>
        <p:txBody>
          <a:bodyPr/>
          <a:lstStyle/>
          <a:p>
            <a:r>
              <a:rPr lang="de-DE" dirty="0"/>
              <a:t>Einordung des Anwendungsproblems</a:t>
            </a:r>
            <a:br>
              <a:rPr lang="de-DE" dirty="0"/>
            </a:br>
            <a:endParaRPr lang="en-DE" dirty="0"/>
          </a:p>
        </p:txBody>
      </p:sp>
      <p:sp>
        <p:nvSpPr>
          <p:cNvPr id="3" name="Inhaltsplatzhalter 2">
            <a:extLst>
              <a:ext uri="{FF2B5EF4-FFF2-40B4-BE49-F238E27FC236}">
                <a16:creationId xmlns:a16="http://schemas.microsoft.com/office/drawing/2014/main" id="{62EDF21F-AF4D-6A56-56A7-D0B68D7176DE}"/>
              </a:ext>
            </a:extLst>
          </p:cNvPr>
          <p:cNvSpPr>
            <a:spLocks noGrp="1"/>
          </p:cNvSpPr>
          <p:nvPr>
            <p:ph idx="1"/>
          </p:nvPr>
        </p:nvSpPr>
        <p:spPr>
          <a:xfrm>
            <a:off x="551384" y="1916832"/>
            <a:ext cx="6336704" cy="4419166"/>
          </a:xfrm>
        </p:spPr>
        <p:txBody>
          <a:bodyPr/>
          <a:lstStyle/>
          <a:p>
            <a:pPr marL="285750" indent="-285750">
              <a:lnSpc>
                <a:spcPct val="150000"/>
              </a:lnSpc>
              <a:buFont typeface="Arial" panose="020B0604020202020204" pitchFamily="34" charset="0"/>
              <a:buChar char="•"/>
            </a:pPr>
            <a:r>
              <a:rPr lang="de-DE" dirty="0"/>
              <a:t>Binäre Klassifikation von Satellitenbildern (</a:t>
            </a:r>
            <a:r>
              <a:rPr lang="de-DE" dirty="0" err="1"/>
              <a:t>Wildfire</a:t>
            </a:r>
            <a:r>
              <a:rPr lang="de-DE" dirty="0"/>
              <a:t>/</a:t>
            </a:r>
            <a:r>
              <a:rPr lang="de-DE" dirty="0" err="1"/>
              <a:t>No-Wildfire</a:t>
            </a:r>
            <a:r>
              <a:rPr lang="de-DE" dirty="0"/>
              <a:t>)</a:t>
            </a:r>
          </a:p>
          <a:p>
            <a:pPr marL="285750" indent="-285750">
              <a:lnSpc>
                <a:spcPct val="150000"/>
              </a:lnSpc>
              <a:buFont typeface="Arial" panose="020B0604020202020204" pitchFamily="34" charset="0"/>
              <a:buChar char="•"/>
            </a:pPr>
            <a:r>
              <a:rPr lang="de-DE" dirty="0"/>
              <a:t>Computer Vision Problem mit CNN-basierter Mustererkennung</a:t>
            </a:r>
          </a:p>
          <a:p>
            <a:pPr marL="285750" indent="-285750">
              <a:lnSpc>
                <a:spcPct val="150000"/>
              </a:lnSpc>
              <a:buFont typeface="Arial" panose="020B0604020202020204" pitchFamily="34" charset="0"/>
              <a:buChar char="•"/>
            </a:pPr>
            <a:r>
              <a:rPr lang="de-DE" b="1" dirty="0"/>
              <a:t>Früherkennung von Waldbränden</a:t>
            </a:r>
            <a:r>
              <a:rPr lang="de-DE" dirty="0"/>
              <a:t> zur Risikobewertung</a:t>
            </a:r>
          </a:p>
          <a:p>
            <a:pPr marL="285750" indent="-285750">
              <a:lnSpc>
                <a:spcPct val="150000"/>
              </a:lnSpc>
              <a:buFont typeface="Arial" panose="020B0604020202020204" pitchFamily="34" charset="0"/>
              <a:buChar char="•"/>
            </a:pPr>
            <a:r>
              <a:rPr lang="de-DE" dirty="0"/>
              <a:t>Unterstützung für Katastrophenschutz und Umweltmonitoring</a:t>
            </a:r>
            <a:endParaRPr lang="en-DE" dirty="0"/>
          </a:p>
        </p:txBody>
      </p:sp>
      <p:sp>
        <p:nvSpPr>
          <p:cNvPr id="5" name="Foliennummernplatzhalter 4">
            <a:extLst>
              <a:ext uri="{FF2B5EF4-FFF2-40B4-BE49-F238E27FC236}">
                <a16:creationId xmlns:a16="http://schemas.microsoft.com/office/drawing/2014/main" id="{A2742493-D764-D216-3745-7D538C46F56F}"/>
              </a:ext>
            </a:extLst>
          </p:cNvPr>
          <p:cNvSpPr>
            <a:spLocks noGrp="1"/>
          </p:cNvSpPr>
          <p:nvPr>
            <p:ph type="sldNum" sz="quarter" idx="4"/>
          </p:nvPr>
        </p:nvSpPr>
        <p:spPr/>
        <p:txBody>
          <a:bodyPr/>
          <a:lstStyle/>
          <a:p>
            <a:fld id="{029DE7E0-E051-4C03-AF53-7018E0F7EF0C}" type="slidenum">
              <a:rPr lang="de-DE" altLang="de-DE" smtClean="0"/>
              <a:pPr/>
              <a:t>5</a:t>
            </a:fld>
            <a:endParaRPr lang="de-DE" altLang="de-DE"/>
          </a:p>
        </p:txBody>
      </p:sp>
      <p:pic>
        <p:nvPicPr>
          <p:cNvPr id="7" name="Grafik 6">
            <a:extLst>
              <a:ext uri="{FF2B5EF4-FFF2-40B4-BE49-F238E27FC236}">
                <a16:creationId xmlns:a16="http://schemas.microsoft.com/office/drawing/2014/main" id="{3C489FD7-6D84-F98F-A5CD-D0E29510F3EE}"/>
              </a:ext>
            </a:extLst>
          </p:cNvPr>
          <p:cNvPicPr>
            <a:picLocks noChangeAspect="1"/>
          </p:cNvPicPr>
          <p:nvPr/>
        </p:nvPicPr>
        <p:blipFill>
          <a:blip r:embed="rId2"/>
          <a:stretch>
            <a:fillRect/>
          </a:stretch>
        </p:blipFill>
        <p:spPr>
          <a:xfrm>
            <a:off x="6312024" y="2215343"/>
            <a:ext cx="5135463" cy="2808312"/>
          </a:xfrm>
          <a:prstGeom prst="rect">
            <a:avLst/>
          </a:prstGeom>
        </p:spPr>
      </p:pic>
      <p:sp>
        <p:nvSpPr>
          <p:cNvPr id="8" name="Textfeld 7">
            <a:extLst>
              <a:ext uri="{FF2B5EF4-FFF2-40B4-BE49-F238E27FC236}">
                <a16:creationId xmlns:a16="http://schemas.microsoft.com/office/drawing/2014/main" id="{95AD82E3-0E2E-1B66-A550-FD75856AF051}"/>
              </a:ext>
            </a:extLst>
          </p:cNvPr>
          <p:cNvSpPr txBox="1"/>
          <p:nvPr/>
        </p:nvSpPr>
        <p:spPr>
          <a:xfrm>
            <a:off x="6600056" y="4970770"/>
            <a:ext cx="5040560" cy="338554"/>
          </a:xfrm>
          <a:prstGeom prst="rect">
            <a:avLst/>
          </a:prstGeom>
          <a:noFill/>
        </p:spPr>
        <p:txBody>
          <a:bodyPr wrap="square" rtlCol="0">
            <a:spAutoFit/>
          </a:bodyPr>
          <a:lstStyle/>
          <a:p>
            <a:r>
              <a:rPr lang="en-US" sz="1600" dirty="0"/>
              <a:t>Abb. 2: </a:t>
            </a:r>
            <a:r>
              <a:rPr lang="en-US" sz="1600" dirty="0" err="1"/>
              <a:t>Waldbrände</a:t>
            </a:r>
            <a:r>
              <a:rPr lang="en-US" sz="1600" dirty="0"/>
              <a:t> auf der Welt (stand 12.06.25)</a:t>
            </a:r>
            <a:endParaRPr lang="en-DE" sz="1600" dirty="0"/>
          </a:p>
        </p:txBody>
      </p:sp>
      <p:sp>
        <p:nvSpPr>
          <p:cNvPr id="6" name="Fußzeilenplatzhalter 3">
            <a:extLst>
              <a:ext uri="{FF2B5EF4-FFF2-40B4-BE49-F238E27FC236}">
                <a16:creationId xmlns:a16="http://schemas.microsoft.com/office/drawing/2014/main" id="{72881A7B-0F9F-F87E-3431-2558DD148789}"/>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063324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70A07-FD9D-EA1B-DCBF-7BB3A8D08A94}"/>
              </a:ext>
            </a:extLst>
          </p:cNvPr>
          <p:cNvSpPr>
            <a:spLocks noGrp="1"/>
          </p:cNvSpPr>
          <p:nvPr>
            <p:ph type="title"/>
          </p:nvPr>
        </p:nvSpPr>
        <p:spPr/>
        <p:txBody>
          <a:bodyPr/>
          <a:lstStyle/>
          <a:p>
            <a:r>
              <a:rPr lang="fr-BE" dirty="0"/>
              <a:t>CNN-</a:t>
            </a:r>
            <a:r>
              <a:rPr lang="fr-BE" dirty="0" err="1"/>
              <a:t>Architektur</a:t>
            </a:r>
            <a:r>
              <a:rPr lang="fr-BE" dirty="0"/>
              <a:t> </a:t>
            </a:r>
            <a:r>
              <a:rPr lang="fr-BE" dirty="0" err="1"/>
              <a:t>oder</a:t>
            </a:r>
            <a:r>
              <a:rPr lang="fr-BE" dirty="0"/>
              <a:t> Transfer Learning? </a:t>
            </a:r>
            <a:endParaRPr lang="fr-FR" dirty="0"/>
          </a:p>
        </p:txBody>
      </p:sp>
      <p:sp>
        <p:nvSpPr>
          <p:cNvPr id="3" name="Content Placeholder 2">
            <a:extLst>
              <a:ext uri="{FF2B5EF4-FFF2-40B4-BE49-F238E27FC236}">
                <a16:creationId xmlns:a16="http://schemas.microsoft.com/office/drawing/2014/main" id="{38495532-EB3A-A964-22F9-91A3C3D99339}"/>
              </a:ext>
            </a:extLst>
          </p:cNvPr>
          <p:cNvSpPr>
            <a:spLocks noGrp="1"/>
          </p:cNvSpPr>
          <p:nvPr>
            <p:ph idx="1"/>
          </p:nvPr>
        </p:nvSpPr>
        <p:spPr>
          <a:xfrm>
            <a:off x="384000" y="1844824"/>
            <a:ext cx="10752000" cy="2997097"/>
          </a:xfrm>
        </p:spPr>
        <p:txBody>
          <a:bodyPr/>
          <a:lstStyle/>
          <a:p>
            <a:r>
              <a:rPr lang="de-DE" dirty="0"/>
              <a:t>        Ein </a:t>
            </a:r>
            <a:r>
              <a:rPr lang="de-DE" b="1" dirty="0"/>
              <a:t>eigenes CNN-Modell</a:t>
            </a:r>
            <a:r>
              <a:rPr lang="de-DE" dirty="0"/>
              <a:t> wird komplett von Grund auf neu trainiert und lernt alle Merkmale ausschließlich aus dem eigenen Datensatz – das erfordert mehr Daten und Trainingszeit. Beim </a:t>
            </a:r>
            <a:r>
              <a:rPr lang="de-DE" b="1" dirty="0"/>
              <a:t>Transfer Learning</a:t>
            </a:r>
            <a:r>
              <a:rPr lang="de-DE" dirty="0"/>
              <a:t> hingegen nutzt man ein bereits </a:t>
            </a:r>
            <a:r>
              <a:rPr lang="de-DE" b="1" dirty="0"/>
              <a:t>vortrainiertes Modell</a:t>
            </a:r>
            <a:r>
              <a:rPr lang="de-DE" dirty="0"/>
              <a:t> (z. B. ResNet50), das schon auf einem großen Datensatz wie ImageNet gelernt hat. Dieses Modell wird dann an die eigene Aufgabe angepasst. Dadurch ist Transfer Learning meist schneller, effizienter und liefert oft eine höhere Genauigkeit – besonders bei kleineren Datensätzen.</a:t>
            </a:r>
            <a:endParaRPr lang="fr-FR" dirty="0"/>
          </a:p>
        </p:txBody>
      </p:sp>
      <p:sp>
        <p:nvSpPr>
          <p:cNvPr id="5" name="Slide Number Placeholder 4">
            <a:extLst>
              <a:ext uri="{FF2B5EF4-FFF2-40B4-BE49-F238E27FC236}">
                <a16:creationId xmlns:a16="http://schemas.microsoft.com/office/drawing/2014/main" id="{C289263D-D202-26B5-56A0-D95DEFA9C462}"/>
              </a:ext>
            </a:extLst>
          </p:cNvPr>
          <p:cNvSpPr>
            <a:spLocks noGrp="1"/>
          </p:cNvSpPr>
          <p:nvPr>
            <p:ph type="sldNum" sz="quarter" idx="4"/>
          </p:nvPr>
        </p:nvSpPr>
        <p:spPr/>
        <p:txBody>
          <a:bodyPr/>
          <a:lstStyle/>
          <a:p>
            <a:fld id="{029DE7E0-E051-4C03-AF53-7018E0F7EF0C}" type="slidenum">
              <a:rPr lang="de-DE" altLang="de-DE" smtClean="0"/>
              <a:pPr/>
              <a:t>6</a:t>
            </a:fld>
            <a:endParaRPr lang="de-DE" altLang="de-DE"/>
          </a:p>
        </p:txBody>
      </p:sp>
      <p:sp>
        <p:nvSpPr>
          <p:cNvPr id="6" name="Fußzeilenplatzhalter 3">
            <a:extLst>
              <a:ext uri="{FF2B5EF4-FFF2-40B4-BE49-F238E27FC236}">
                <a16:creationId xmlns:a16="http://schemas.microsoft.com/office/drawing/2014/main" id="{F8DC56D5-9032-4CDF-26AE-33D7D6476773}"/>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873605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3850BC-D21C-0E87-9DCA-E29B5BFE40F3}"/>
              </a:ext>
            </a:extLst>
          </p:cNvPr>
          <p:cNvSpPr>
            <a:spLocks noGrp="1"/>
          </p:cNvSpPr>
          <p:nvPr>
            <p:ph type="title"/>
          </p:nvPr>
        </p:nvSpPr>
        <p:spPr/>
        <p:txBody>
          <a:bodyPr/>
          <a:lstStyle/>
          <a:p>
            <a:r>
              <a:rPr lang="de-DE" noProof="0" dirty="0"/>
              <a:t>Welche CNN-Architektur erreicht die höchste Genauigkeit?</a:t>
            </a:r>
            <a:br>
              <a:rPr lang="de-DE" noProof="0" dirty="0"/>
            </a:br>
            <a:endParaRPr lang="de-DE" noProof="0" dirty="0"/>
          </a:p>
        </p:txBody>
      </p:sp>
      <p:sp>
        <p:nvSpPr>
          <p:cNvPr id="3" name="Inhaltsplatzhalter 2">
            <a:extLst>
              <a:ext uri="{FF2B5EF4-FFF2-40B4-BE49-F238E27FC236}">
                <a16:creationId xmlns:a16="http://schemas.microsoft.com/office/drawing/2014/main" id="{0988994D-6699-7BDF-6C1C-E8D1C618F8DE}"/>
              </a:ext>
            </a:extLst>
          </p:cNvPr>
          <p:cNvSpPr>
            <a:spLocks noGrp="1"/>
          </p:cNvSpPr>
          <p:nvPr>
            <p:ph idx="1"/>
          </p:nvPr>
        </p:nvSpPr>
        <p:spPr/>
        <p:txBody>
          <a:bodyPr/>
          <a:lstStyle/>
          <a:p>
            <a:r>
              <a:rPr lang="de-DE" b="1" noProof="0" dirty="0"/>
              <a:t>Transfer Learning mit ResNet50</a:t>
            </a:r>
            <a:r>
              <a:rPr lang="de-DE" noProof="0" dirty="0"/>
              <a:t> erreicht </a:t>
            </a:r>
            <a:r>
              <a:rPr lang="de-DE" b="1" noProof="0" dirty="0"/>
              <a:t>höhere Genauigkeit</a:t>
            </a:r>
            <a:r>
              <a:rPr lang="de-DE" noProof="0" dirty="0"/>
              <a:t> als ein selbst entwickeltes CNN-Modell.</a:t>
            </a:r>
            <a:br>
              <a:rPr lang="de-DE" noProof="0" dirty="0"/>
            </a:br>
            <a:r>
              <a:rPr lang="de-DE" noProof="0" dirty="0"/>
              <a:t>Der Unterschied ist </a:t>
            </a:r>
            <a:r>
              <a:rPr lang="de-DE" b="1" noProof="0" dirty="0"/>
              <a:t>sichtbar und relevant</a:t>
            </a:r>
            <a:r>
              <a:rPr lang="de-DE" noProof="0" dirty="0"/>
              <a:t> — ein Genauigkeitsgewinn von </a:t>
            </a:r>
            <a:r>
              <a:rPr lang="de-DE" b="1" noProof="0" dirty="0"/>
              <a:t>5–10 %</a:t>
            </a:r>
            <a:r>
              <a:rPr lang="de-DE" noProof="0" dirty="0"/>
              <a:t> kann bei kritischen Aufgaben wie </a:t>
            </a:r>
            <a:r>
              <a:rPr lang="de-DE" b="1" noProof="0" dirty="0"/>
              <a:t>Waldbrand-Erkennung</a:t>
            </a:r>
            <a:r>
              <a:rPr lang="de-DE" noProof="0" dirty="0"/>
              <a:t> entscheidend sein.</a:t>
            </a:r>
            <a:br>
              <a:rPr lang="de-DE" noProof="0" dirty="0"/>
            </a:br>
            <a:br>
              <a:rPr lang="de-DE" noProof="0" dirty="0"/>
            </a:br>
            <a:r>
              <a:rPr lang="de-DE" noProof="0" dirty="0"/>
              <a:t>     Vergleich:</a:t>
            </a:r>
            <a:br>
              <a:rPr lang="de-DE" noProof="0" dirty="0"/>
            </a:br>
            <a:endParaRPr lang="de-DE" noProof="0" dirty="0"/>
          </a:p>
        </p:txBody>
      </p:sp>
      <p:sp>
        <p:nvSpPr>
          <p:cNvPr id="5" name="Foliennummernplatzhalter 4">
            <a:extLst>
              <a:ext uri="{FF2B5EF4-FFF2-40B4-BE49-F238E27FC236}">
                <a16:creationId xmlns:a16="http://schemas.microsoft.com/office/drawing/2014/main" id="{6B870B79-68DC-9313-7AF2-C3AE084AD635}"/>
              </a:ext>
            </a:extLst>
          </p:cNvPr>
          <p:cNvSpPr>
            <a:spLocks noGrp="1"/>
          </p:cNvSpPr>
          <p:nvPr>
            <p:ph type="sldNum" sz="quarter" idx="4"/>
          </p:nvPr>
        </p:nvSpPr>
        <p:spPr/>
        <p:txBody>
          <a:bodyPr/>
          <a:lstStyle/>
          <a:p>
            <a:fld id="{029DE7E0-E051-4C03-AF53-7018E0F7EF0C}" type="slidenum">
              <a:rPr lang="de-DE" noProof="0" smtClean="0"/>
              <a:pPr/>
              <a:t>7</a:t>
            </a:fld>
            <a:endParaRPr lang="de-DE" noProof="0" dirty="0"/>
          </a:p>
        </p:txBody>
      </p:sp>
      <p:graphicFrame>
        <p:nvGraphicFramePr>
          <p:cNvPr id="6" name="Table 5">
            <a:extLst>
              <a:ext uri="{FF2B5EF4-FFF2-40B4-BE49-F238E27FC236}">
                <a16:creationId xmlns:a16="http://schemas.microsoft.com/office/drawing/2014/main" id="{50A6DFA1-14BC-57C0-C8C8-2F0102AF40FA}"/>
              </a:ext>
            </a:extLst>
          </p:cNvPr>
          <p:cNvGraphicFramePr>
            <a:graphicFrameLocks noGrp="1"/>
          </p:cNvGraphicFramePr>
          <p:nvPr/>
        </p:nvGraphicFramePr>
        <p:xfrm>
          <a:off x="1696000" y="3140968"/>
          <a:ext cx="8127999" cy="2761488"/>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685836924"/>
                    </a:ext>
                  </a:extLst>
                </a:gridCol>
                <a:gridCol w="2709333">
                  <a:extLst>
                    <a:ext uri="{9D8B030D-6E8A-4147-A177-3AD203B41FA5}">
                      <a16:colId xmlns:a16="http://schemas.microsoft.com/office/drawing/2014/main" val="3994188712"/>
                    </a:ext>
                  </a:extLst>
                </a:gridCol>
                <a:gridCol w="2709333">
                  <a:extLst>
                    <a:ext uri="{9D8B030D-6E8A-4147-A177-3AD203B41FA5}">
                      <a16:colId xmlns:a16="http://schemas.microsoft.com/office/drawing/2014/main" val="3246483518"/>
                    </a:ext>
                  </a:extLst>
                </a:gridCol>
              </a:tblGrid>
              <a:tr h="370840">
                <a:tc>
                  <a:txBody>
                    <a:bodyPr/>
                    <a:lstStyle/>
                    <a:p>
                      <a:pPr algn="ctr"/>
                      <a:r>
                        <a:rPr lang="de-DE" noProof="0" dirty="0"/>
                        <a:t>Aspekt</a:t>
                      </a:r>
                    </a:p>
                  </a:txBody>
                  <a:tcPr/>
                </a:tc>
                <a:tc>
                  <a:txBody>
                    <a:bodyPr/>
                    <a:lstStyle/>
                    <a:p>
                      <a:pPr algn="ctr"/>
                      <a:r>
                        <a:rPr lang="de-DE" noProof="0" dirty="0"/>
                        <a:t>Eigenes CNN-Modell</a:t>
                      </a:r>
                    </a:p>
                  </a:txBody>
                  <a:tcPr/>
                </a:tc>
                <a:tc>
                  <a:txBody>
                    <a:bodyPr/>
                    <a:lstStyle/>
                    <a:p>
                      <a:pPr algn="ctr"/>
                      <a:r>
                        <a:rPr lang="de-DE" noProof="0" dirty="0"/>
                        <a:t>Transfer Learning (ResNet50)</a:t>
                      </a:r>
                    </a:p>
                  </a:txBody>
                  <a:tcPr/>
                </a:tc>
                <a:extLst>
                  <a:ext uri="{0D108BD9-81ED-4DB2-BD59-A6C34878D82A}">
                    <a16:rowId xmlns:a16="http://schemas.microsoft.com/office/drawing/2014/main" val="978575976"/>
                  </a:ext>
                </a:extLst>
              </a:tr>
              <a:tr h="370840">
                <a:tc>
                  <a:txBody>
                    <a:bodyPr/>
                    <a:lstStyle/>
                    <a:p>
                      <a:r>
                        <a:rPr lang="de-DE" noProof="0" dirty="0"/>
                        <a:t>Genauigkeit</a:t>
                      </a:r>
                    </a:p>
                  </a:txBody>
                  <a:tcPr/>
                </a:tc>
                <a:tc>
                  <a:txBody>
                    <a:bodyPr/>
                    <a:lstStyle/>
                    <a:p>
                      <a:r>
                        <a:rPr lang="de-DE" noProof="0" dirty="0"/>
                        <a:t>Mittel</a:t>
                      </a:r>
                    </a:p>
                  </a:txBody>
                  <a:tcPr/>
                </a:tc>
                <a:tc>
                  <a:txBody>
                    <a:bodyPr/>
                    <a:lstStyle/>
                    <a:p>
                      <a:r>
                        <a:rPr lang="de-DE" noProof="0" dirty="0"/>
                        <a:t>Hoch</a:t>
                      </a:r>
                    </a:p>
                  </a:txBody>
                  <a:tcPr/>
                </a:tc>
                <a:extLst>
                  <a:ext uri="{0D108BD9-81ED-4DB2-BD59-A6C34878D82A}">
                    <a16:rowId xmlns:a16="http://schemas.microsoft.com/office/drawing/2014/main" val="1902166530"/>
                  </a:ext>
                </a:extLst>
              </a:tr>
              <a:tr h="370840">
                <a:tc>
                  <a:txBody>
                    <a:bodyPr/>
                    <a:lstStyle/>
                    <a:p>
                      <a:r>
                        <a:rPr lang="de-DE" noProof="0" dirty="0"/>
                        <a:t>Rechenleistung</a:t>
                      </a:r>
                    </a:p>
                  </a:txBody>
                  <a:tcPr/>
                </a:tc>
                <a:tc>
                  <a:txBody>
                    <a:bodyPr/>
                    <a:lstStyle/>
                    <a:p>
                      <a:r>
                        <a:rPr lang="de-DE" noProof="0" dirty="0"/>
                        <a:t>Gering</a:t>
                      </a:r>
                    </a:p>
                  </a:txBody>
                  <a:tcPr/>
                </a:tc>
                <a:tc>
                  <a:txBody>
                    <a:bodyPr/>
                    <a:lstStyle/>
                    <a:p>
                      <a:r>
                        <a:rPr lang="de-DE" noProof="0" dirty="0"/>
                        <a:t>Hoch</a:t>
                      </a:r>
                    </a:p>
                  </a:txBody>
                  <a:tcPr/>
                </a:tc>
                <a:extLst>
                  <a:ext uri="{0D108BD9-81ED-4DB2-BD59-A6C34878D82A}">
                    <a16:rowId xmlns:a16="http://schemas.microsoft.com/office/drawing/2014/main" val="1704428611"/>
                  </a:ext>
                </a:extLst>
              </a:tr>
              <a:tr h="370840">
                <a:tc>
                  <a:txBody>
                    <a:bodyPr/>
                    <a:lstStyle/>
                    <a:p>
                      <a:r>
                        <a:rPr lang="de-DE" noProof="0" dirty="0"/>
                        <a:t>Trainingsdauer</a:t>
                      </a:r>
                    </a:p>
                  </a:txBody>
                  <a:tcPr/>
                </a:tc>
                <a:tc>
                  <a:txBody>
                    <a:bodyPr/>
                    <a:lstStyle/>
                    <a:p>
                      <a:r>
                        <a:rPr lang="de-DE" noProof="0" dirty="0"/>
                        <a:t>Kürzer</a:t>
                      </a:r>
                    </a:p>
                  </a:txBody>
                  <a:tcPr/>
                </a:tc>
                <a:tc>
                  <a:txBody>
                    <a:bodyPr/>
                    <a:lstStyle/>
                    <a:p>
                      <a:r>
                        <a:rPr lang="de-DE" noProof="0" dirty="0"/>
                        <a:t>Länger</a:t>
                      </a:r>
                    </a:p>
                  </a:txBody>
                  <a:tcPr/>
                </a:tc>
                <a:extLst>
                  <a:ext uri="{0D108BD9-81ED-4DB2-BD59-A6C34878D82A}">
                    <a16:rowId xmlns:a16="http://schemas.microsoft.com/office/drawing/2014/main" val="614070877"/>
                  </a:ext>
                </a:extLst>
              </a:tr>
              <a:tr h="370840">
                <a:tc>
                  <a:txBody>
                    <a:bodyPr/>
                    <a:lstStyle/>
                    <a:p>
                      <a:r>
                        <a:rPr lang="de-DE" noProof="0" dirty="0"/>
                        <a:t>Bildgröße</a:t>
                      </a:r>
                    </a:p>
                  </a:txBody>
                  <a:tcPr/>
                </a:tc>
                <a:tc>
                  <a:txBody>
                    <a:bodyPr/>
                    <a:lstStyle/>
                    <a:p>
                      <a:r>
                        <a:rPr lang="de-DE" noProof="0" dirty="0"/>
                        <a:t>Vorverarbeitet/pixelbasiert</a:t>
                      </a:r>
                    </a:p>
                  </a:txBody>
                  <a:tcPr/>
                </a:tc>
                <a:tc>
                  <a:txBody>
                    <a:bodyPr/>
                    <a:lstStyle/>
                    <a:p>
                      <a:r>
                        <a:rPr lang="de-DE" noProof="0" dirty="0"/>
                        <a:t>Vollauflösende Bilder (224×224)</a:t>
                      </a:r>
                    </a:p>
                  </a:txBody>
                  <a:tcPr/>
                </a:tc>
                <a:extLst>
                  <a:ext uri="{0D108BD9-81ED-4DB2-BD59-A6C34878D82A}">
                    <a16:rowId xmlns:a16="http://schemas.microsoft.com/office/drawing/2014/main" val="1659063146"/>
                  </a:ext>
                </a:extLst>
              </a:tr>
            </a:tbl>
          </a:graphicData>
        </a:graphic>
      </p:graphicFrame>
      <p:sp>
        <p:nvSpPr>
          <p:cNvPr id="7" name="Fußzeilenplatzhalter 3">
            <a:extLst>
              <a:ext uri="{FF2B5EF4-FFF2-40B4-BE49-F238E27FC236}">
                <a16:creationId xmlns:a16="http://schemas.microsoft.com/office/drawing/2014/main" id="{3A5B6829-8992-4476-0621-799FC864B9C2}"/>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3376310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B345BC-FF22-0386-A868-2B32D7B0DBB5}"/>
              </a:ext>
            </a:extLst>
          </p:cNvPr>
          <p:cNvSpPr>
            <a:spLocks noGrp="1"/>
          </p:cNvSpPr>
          <p:nvPr>
            <p:ph idx="1"/>
          </p:nvPr>
        </p:nvSpPr>
        <p:spPr>
          <a:xfrm>
            <a:off x="384000" y="1295999"/>
            <a:ext cx="10752000" cy="2133001"/>
          </a:xfrm>
        </p:spPr>
        <p:txBody>
          <a:bodyPr/>
          <a:lstStyle/>
          <a:p>
            <a:r>
              <a:rPr lang="de-DE" b="1" noProof="0" dirty="0"/>
              <a:t>Warum ist Transfer Learning (z.B. ResNet50) langsamer?</a:t>
            </a:r>
          </a:p>
          <a:p>
            <a:pPr marL="927100" lvl="2">
              <a:buFont typeface="Wingdings" panose="05000000000000000000" pitchFamily="2" charset="2"/>
              <a:buChar char="Ø"/>
            </a:pPr>
            <a:r>
              <a:rPr lang="de-DE" noProof="0" dirty="0"/>
              <a:t>Hat 50 Layer und Millionen von Parametern.</a:t>
            </a:r>
          </a:p>
          <a:p>
            <a:pPr marL="927100" lvl="2">
              <a:buFont typeface="Wingdings" panose="05000000000000000000" pitchFamily="2" charset="2"/>
              <a:buChar char="Ø"/>
            </a:pPr>
            <a:r>
              <a:rPr lang="de-DE" noProof="0" dirty="0"/>
              <a:t>Erwartet hochaufgelöste Bilder.</a:t>
            </a:r>
          </a:p>
          <a:p>
            <a:pPr marL="927100" lvl="2">
              <a:buFont typeface="Wingdings" panose="05000000000000000000" pitchFamily="2" charset="2"/>
              <a:buChar char="Ø"/>
            </a:pPr>
            <a:r>
              <a:rPr lang="de-DE" noProof="0" dirty="0"/>
              <a:t>Nutzt viele Convolution-Operationen.</a:t>
            </a:r>
          </a:p>
          <a:p>
            <a:pPr marL="927100" lvl="2">
              <a:buFont typeface="Wingdings" panose="05000000000000000000" pitchFamily="2" charset="2"/>
              <a:buChar char="Ø"/>
            </a:pPr>
            <a:r>
              <a:rPr lang="de-DE" noProof="0" dirty="0"/>
              <a:t>Läuft langsamer auf CPU.</a:t>
            </a:r>
          </a:p>
          <a:p>
            <a:pPr marL="927100" lvl="2">
              <a:buFont typeface="Wingdings" panose="05000000000000000000" pitchFamily="2" charset="2"/>
              <a:buChar char="Ø"/>
            </a:pPr>
            <a:endParaRPr lang="de-DE" noProof="0" dirty="0"/>
          </a:p>
          <a:p>
            <a:pPr marL="927100" lvl="2">
              <a:buFont typeface="Wingdings" panose="05000000000000000000" pitchFamily="2" charset="2"/>
              <a:buChar char="Ø"/>
            </a:pPr>
            <a:endParaRPr lang="de-DE" noProof="0" dirty="0"/>
          </a:p>
          <a:p>
            <a:pPr marL="927100" lvl="2">
              <a:buFont typeface="Wingdings" panose="05000000000000000000" pitchFamily="2" charset="2"/>
              <a:buChar char="Ø"/>
            </a:pPr>
            <a:endParaRPr lang="de-DE" noProof="0" dirty="0"/>
          </a:p>
          <a:p>
            <a:pPr marL="927100" lvl="2">
              <a:buFont typeface="Wingdings" panose="05000000000000000000" pitchFamily="2" charset="2"/>
              <a:buChar char="Ø"/>
            </a:pPr>
            <a:endParaRPr lang="de-DE" noProof="0" dirty="0"/>
          </a:p>
          <a:p>
            <a:pPr marL="927100" lvl="2">
              <a:buFont typeface="Wingdings" panose="05000000000000000000" pitchFamily="2" charset="2"/>
              <a:buChar char="Ø"/>
            </a:pPr>
            <a:endParaRPr lang="de-DE" noProof="0" dirty="0"/>
          </a:p>
          <a:p>
            <a:pPr marL="927100" lvl="2">
              <a:buFont typeface="Wingdings" panose="05000000000000000000" pitchFamily="2" charset="2"/>
              <a:buChar char="Ø"/>
            </a:pPr>
            <a:endParaRPr lang="de-DE" noProof="0" dirty="0"/>
          </a:p>
          <a:p>
            <a:pPr marL="927100" lvl="2">
              <a:buFont typeface="Wingdings" panose="05000000000000000000" pitchFamily="2" charset="2"/>
              <a:buChar char="Ø"/>
            </a:pPr>
            <a:endParaRPr lang="de-DE" noProof="0" dirty="0"/>
          </a:p>
          <a:p>
            <a:pPr lvl="2" indent="0">
              <a:buNone/>
            </a:pPr>
            <a:endParaRPr lang="de-DE" noProof="0" dirty="0"/>
          </a:p>
        </p:txBody>
      </p:sp>
      <p:sp>
        <p:nvSpPr>
          <p:cNvPr id="5" name="Slide Number Placeholder 4">
            <a:extLst>
              <a:ext uri="{FF2B5EF4-FFF2-40B4-BE49-F238E27FC236}">
                <a16:creationId xmlns:a16="http://schemas.microsoft.com/office/drawing/2014/main" id="{5544E5AF-CE0C-C25B-3AAA-B4BCE30A45C0}"/>
              </a:ext>
            </a:extLst>
          </p:cNvPr>
          <p:cNvSpPr>
            <a:spLocks noGrp="1"/>
          </p:cNvSpPr>
          <p:nvPr>
            <p:ph type="sldNum" sz="quarter" idx="4"/>
          </p:nvPr>
        </p:nvSpPr>
        <p:spPr/>
        <p:txBody>
          <a:bodyPr/>
          <a:lstStyle/>
          <a:p>
            <a:fld id="{029DE7E0-E051-4C03-AF53-7018E0F7EF0C}" type="slidenum">
              <a:rPr lang="de-DE" noProof="0" smtClean="0"/>
              <a:pPr/>
              <a:t>8</a:t>
            </a:fld>
            <a:endParaRPr lang="de-DE" noProof="0" dirty="0"/>
          </a:p>
        </p:txBody>
      </p:sp>
      <p:sp>
        <p:nvSpPr>
          <p:cNvPr id="6" name="Content Placeholder 2">
            <a:extLst>
              <a:ext uri="{FF2B5EF4-FFF2-40B4-BE49-F238E27FC236}">
                <a16:creationId xmlns:a16="http://schemas.microsoft.com/office/drawing/2014/main" id="{E789707A-7D58-430A-46D5-4F4E50093961}"/>
              </a:ext>
            </a:extLst>
          </p:cNvPr>
          <p:cNvSpPr txBox="1">
            <a:spLocks/>
          </p:cNvSpPr>
          <p:nvPr/>
        </p:nvSpPr>
        <p:spPr bwMode="auto">
          <a:xfrm>
            <a:off x="384000" y="3907811"/>
            <a:ext cx="10752000" cy="213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1" fontAlgn="base" hangingPunct="1">
              <a:spcBef>
                <a:spcPts val="0"/>
              </a:spcBef>
              <a:spcAft>
                <a:spcPts val="600"/>
              </a:spcAft>
              <a:buFont typeface="Arial" panose="020B0604020202020204" pitchFamily="34" charset="0"/>
              <a:buNone/>
              <a:defRPr sz="1800" kern="1200">
                <a:solidFill>
                  <a:schemeClr val="tx1"/>
                </a:solidFill>
                <a:latin typeface="Verdana" pitchFamily="34" charset="0"/>
                <a:ea typeface="+mn-ea"/>
                <a:cs typeface="+mn-cs"/>
              </a:defRPr>
            </a:lvl1pPr>
            <a:lvl2pPr marL="342900" indent="-342900" algn="l" rtl="0" eaLnBrk="1" fontAlgn="base" hangingPunct="1">
              <a:spcBef>
                <a:spcPts val="0"/>
              </a:spcBef>
              <a:spcAft>
                <a:spcPts val="600"/>
              </a:spcAft>
              <a:buFont typeface="Arial" panose="020B0604020202020204" pitchFamily="34" charset="0"/>
              <a:buChar char="•"/>
              <a:defRPr sz="1800" kern="1200">
                <a:solidFill>
                  <a:schemeClr val="tx1"/>
                </a:solidFill>
                <a:latin typeface="Verdana" pitchFamily="34" charset="0"/>
                <a:ea typeface="+mn-ea"/>
                <a:cs typeface="+mn-cs"/>
              </a:defRPr>
            </a:lvl2pPr>
            <a:lvl3pPr marL="641350" indent="-285750" algn="l" rtl="0" eaLnBrk="1" fontAlgn="base" hangingPunct="1">
              <a:spcBef>
                <a:spcPct val="20000"/>
              </a:spcBef>
              <a:spcAft>
                <a:spcPts val="600"/>
              </a:spcAft>
              <a:buFont typeface="Arial" panose="020B0604020202020204" pitchFamily="34" charset="0"/>
              <a:buChar char="•"/>
              <a:defRPr sz="1800" kern="1200">
                <a:solidFill>
                  <a:schemeClr val="tx1"/>
                </a:solidFill>
                <a:latin typeface="Verdana" pitchFamily="34" charset="0"/>
                <a:ea typeface="+mn-ea"/>
                <a:cs typeface="+mn-cs"/>
              </a:defRPr>
            </a:lvl3pPr>
            <a:lvl4pPr marL="0" indent="0" algn="l" rtl="0" eaLnBrk="1" fontAlgn="base" hangingPunct="1">
              <a:spcBef>
                <a:spcPts val="1600"/>
              </a:spcBef>
              <a:spcAft>
                <a:spcPts val="1200"/>
              </a:spcAft>
              <a:buFont typeface="Wingdings" panose="05000000000000000000" pitchFamily="2" charset="2"/>
              <a:buNone/>
              <a:defRPr sz="1600" kern="1200">
                <a:solidFill>
                  <a:schemeClr val="tx1"/>
                </a:solidFill>
                <a:latin typeface="Verdana" pitchFamily="34" charset="0"/>
                <a:ea typeface="+mn-ea"/>
                <a:cs typeface="+mn-cs"/>
              </a:defRPr>
            </a:lvl4pPr>
            <a:lvl5pPr marL="723900" indent="-368300" algn="l" rtl="0" eaLnBrk="1" fontAlgn="base" hangingPunct="1">
              <a:spcBef>
                <a:spcPct val="20000"/>
              </a:spcBef>
              <a:spcAft>
                <a:spcPct val="0"/>
              </a:spcAft>
              <a:buFont typeface="Wingdings" panose="05000000000000000000" pitchFamily="2" charset="2"/>
              <a:buChar char="§"/>
              <a:defRPr sz="1600" kern="1200">
                <a:solidFill>
                  <a:schemeClr val="tx1"/>
                </a:solidFill>
                <a:latin typeface="Verdana" pitchFamily="34" charset="0"/>
                <a:ea typeface="+mn-ea"/>
                <a:cs typeface="+mn-cs"/>
              </a:defRPr>
            </a:lvl5pPr>
            <a:lvl6pPr marL="2743132" indent="0" algn="l" defTabSz="1097253" rtl="0" eaLnBrk="1" latinLnBrk="0" hangingPunct="1">
              <a:spcBef>
                <a:spcPct val="20000"/>
              </a:spcBef>
              <a:buFont typeface="Wingdings" panose="05000000000000000000" pitchFamily="2" charset="2"/>
              <a:buNone/>
              <a:defRPr sz="2000" kern="1200">
                <a:solidFill>
                  <a:schemeClr val="tx1"/>
                </a:solidFill>
                <a:latin typeface="+mn-lt"/>
                <a:ea typeface="+mn-ea"/>
                <a:cs typeface="+mn-cs"/>
              </a:defRPr>
            </a:lvl6pPr>
            <a:lvl7pPr marL="3566071" indent="-274313" algn="l" defTabSz="1097253" rtl="0" eaLnBrk="1" latinLnBrk="0" hangingPunct="1">
              <a:spcBef>
                <a:spcPct val="20000"/>
              </a:spcBef>
              <a:buFont typeface="Wingdings" panose="05000000000000000000" pitchFamily="2" charset="2"/>
              <a:buChar char="§"/>
              <a:defRPr sz="20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285750" indent="-285750">
              <a:buFont typeface="Wingdings" panose="05000000000000000000" pitchFamily="2" charset="2"/>
              <a:buChar char="v"/>
            </a:pPr>
            <a:r>
              <a:rPr lang="de-DE" noProof="0" dirty="0"/>
              <a:t>ResNet50 lohnt sich bei Anwendungen mit hoher Genauigkeitsanforderung. Bei limitierten Ressourcen kann ein leichtes Modell wie ein eigenes CNN sinnvoll sein.</a:t>
            </a:r>
          </a:p>
          <a:p>
            <a:pPr marL="285750" indent="-285750">
              <a:buFont typeface="Wingdings" panose="05000000000000000000" pitchFamily="2" charset="2"/>
              <a:buChar char="v"/>
            </a:pPr>
            <a:r>
              <a:rPr lang="de-DE" noProof="0" dirty="0"/>
              <a:t>Die Wahl hangt vom Einsatzzweck ab: Genauigkeit vs. Geschwindigkeit.</a:t>
            </a:r>
          </a:p>
          <a:p>
            <a:pPr marL="927100" lvl="2">
              <a:buFont typeface="Wingdings" panose="05000000000000000000" pitchFamily="2" charset="2"/>
              <a:buChar char="Ø"/>
            </a:pPr>
            <a:endParaRPr lang="de-DE" noProof="0" dirty="0"/>
          </a:p>
          <a:p>
            <a:pPr lvl="2" indent="0">
              <a:buFont typeface="Arial" panose="020B0604020202020204" pitchFamily="34" charset="0"/>
              <a:buNone/>
            </a:pPr>
            <a:endParaRPr lang="de-DE" noProof="0" dirty="0"/>
          </a:p>
        </p:txBody>
      </p:sp>
      <p:sp>
        <p:nvSpPr>
          <p:cNvPr id="2" name="Titel 1">
            <a:extLst>
              <a:ext uri="{FF2B5EF4-FFF2-40B4-BE49-F238E27FC236}">
                <a16:creationId xmlns:a16="http://schemas.microsoft.com/office/drawing/2014/main" id="{5EEC0A26-1090-6731-2019-E2F41F4FEF75}"/>
              </a:ext>
            </a:extLst>
          </p:cNvPr>
          <p:cNvSpPr>
            <a:spLocks noGrp="1"/>
          </p:cNvSpPr>
          <p:nvPr>
            <p:ph type="title"/>
          </p:nvPr>
        </p:nvSpPr>
        <p:spPr>
          <a:xfrm>
            <a:off x="384000" y="288000"/>
            <a:ext cx="10752000" cy="720000"/>
          </a:xfrm>
        </p:spPr>
        <p:txBody>
          <a:bodyPr/>
          <a:lstStyle/>
          <a:p>
            <a:r>
              <a:rPr lang="de-DE" noProof="0" dirty="0"/>
              <a:t>Welche CNN-Architektur erreicht die höchste Genauigkeit?</a:t>
            </a:r>
            <a:br>
              <a:rPr lang="de-DE" noProof="0" dirty="0"/>
            </a:br>
            <a:endParaRPr lang="de-DE" noProof="0" dirty="0"/>
          </a:p>
        </p:txBody>
      </p:sp>
      <p:sp>
        <p:nvSpPr>
          <p:cNvPr id="7" name="Fußzeilenplatzhalter 3">
            <a:extLst>
              <a:ext uri="{FF2B5EF4-FFF2-40B4-BE49-F238E27FC236}">
                <a16:creationId xmlns:a16="http://schemas.microsoft.com/office/drawing/2014/main" id="{82F13E6A-5367-2C36-F3A2-46F84C8CCB6A}"/>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7617192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4434D-F3D3-A450-8784-EFBA2CB07B91}"/>
              </a:ext>
            </a:extLst>
          </p:cNvPr>
          <p:cNvSpPr>
            <a:spLocks noGrp="1"/>
          </p:cNvSpPr>
          <p:nvPr>
            <p:ph type="title"/>
          </p:nvPr>
        </p:nvSpPr>
        <p:spPr/>
        <p:txBody>
          <a:bodyPr/>
          <a:lstStyle/>
          <a:p>
            <a:r>
              <a:rPr lang="de-DE" noProof="0" dirty="0"/>
              <a:t>CNN-Architektur: Verwendete Layer</a:t>
            </a:r>
          </a:p>
        </p:txBody>
      </p:sp>
      <p:graphicFrame>
        <p:nvGraphicFramePr>
          <p:cNvPr id="6" name="Content Placeholder 5">
            <a:extLst>
              <a:ext uri="{FF2B5EF4-FFF2-40B4-BE49-F238E27FC236}">
                <a16:creationId xmlns:a16="http://schemas.microsoft.com/office/drawing/2014/main" id="{D7B5BD10-CB46-3146-61DC-F851150BE12B}"/>
              </a:ext>
            </a:extLst>
          </p:cNvPr>
          <p:cNvGraphicFramePr>
            <a:graphicFrameLocks noGrp="1"/>
          </p:cNvGraphicFramePr>
          <p:nvPr>
            <p:ph idx="1"/>
          </p:nvPr>
        </p:nvGraphicFramePr>
        <p:xfrm>
          <a:off x="384000" y="850344"/>
          <a:ext cx="10752138" cy="5669280"/>
        </p:xfrm>
        <a:graphic>
          <a:graphicData uri="http://schemas.openxmlformats.org/drawingml/2006/table">
            <a:tbl>
              <a:tblPr firstRow="1" bandRow="1">
                <a:tableStyleId>{5C22544A-7EE6-4342-B048-85BDC9FD1C3A}</a:tableStyleId>
              </a:tblPr>
              <a:tblGrid>
                <a:gridCol w="5376069">
                  <a:extLst>
                    <a:ext uri="{9D8B030D-6E8A-4147-A177-3AD203B41FA5}">
                      <a16:colId xmlns:a16="http://schemas.microsoft.com/office/drawing/2014/main" val="1269183103"/>
                    </a:ext>
                  </a:extLst>
                </a:gridCol>
                <a:gridCol w="5376069">
                  <a:extLst>
                    <a:ext uri="{9D8B030D-6E8A-4147-A177-3AD203B41FA5}">
                      <a16:colId xmlns:a16="http://schemas.microsoft.com/office/drawing/2014/main" val="3819373368"/>
                    </a:ext>
                  </a:extLst>
                </a:gridCol>
              </a:tblGrid>
              <a:tr h="314198">
                <a:tc>
                  <a:txBody>
                    <a:bodyPr/>
                    <a:lstStyle/>
                    <a:p>
                      <a:r>
                        <a:rPr lang="de-DE" noProof="0" dirty="0"/>
                        <a:t>Layer</a:t>
                      </a:r>
                    </a:p>
                  </a:txBody>
                  <a:tcPr/>
                </a:tc>
                <a:tc>
                  <a:txBody>
                    <a:bodyPr/>
                    <a:lstStyle/>
                    <a:p>
                      <a:r>
                        <a:rPr lang="de-DE" noProof="0" dirty="0"/>
                        <a:t>Rolle/Funktion</a:t>
                      </a:r>
                    </a:p>
                  </a:txBody>
                  <a:tcPr/>
                </a:tc>
                <a:extLst>
                  <a:ext uri="{0D108BD9-81ED-4DB2-BD59-A6C34878D82A}">
                    <a16:rowId xmlns:a16="http://schemas.microsoft.com/office/drawing/2014/main" val="1903577310"/>
                  </a:ext>
                </a:extLst>
              </a:tr>
              <a:tr h="560092">
                <a:tc>
                  <a:txBody>
                    <a:bodyPr/>
                    <a:lstStyle/>
                    <a:p>
                      <a:r>
                        <a:rPr lang="de-DE" b="1" noProof="0" dirty="0"/>
                        <a:t>Conv2D(16, (3×3), activation='relu')</a:t>
                      </a:r>
                    </a:p>
                  </a:txBody>
                  <a:tcPr/>
                </a:tc>
                <a:tc>
                  <a:txBody>
                    <a:bodyPr/>
                    <a:lstStyle/>
                    <a:p>
                      <a:r>
                        <a:rPr lang="de-DE" noProof="0" dirty="0"/>
                        <a:t>Erkennt einfache Muster (z. B. Kanten, Linien) durch Filter mit 3×3 Größe.</a:t>
                      </a:r>
                    </a:p>
                  </a:txBody>
                  <a:tcPr/>
                </a:tc>
                <a:extLst>
                  <a:ext uri="{0D108BD9-81ED-4DB2-BD59-A6C34878D82A}">
                    <a16:rowId xmlns:a16="http://schemas.microsoft.com/office/drawing/2014/main" val="176801756"/>
                  </a:ext>
                </a:extLst>
              </a:tr>
              <a:tr h="560092">
                <a:tc>
                  <a:txBody>
                    <a:bodyPr/>
                    <a:lstStyle/>
                    <a:p>
                      <a:r>
                        <a:rPr lang="de-DE" b="1" noProof="0" dirty="0"/>
                        <a:t>MaxPooling2D(2×2)</a:t>
                      </a:r>
                    </a:p>
                  </a:txBody>
                  <a:tcPr/>
                </a:tc>
                <a:tc>
                  <a:txBody>
                    <a:bodyPr/>
                    <a:lstStyle/>
                    <a:p>
                      <a:r>
                        <a:rPr lang="de-DE" noProof="0" dirty="0"/>
                        <a:t>Reduziert die Bildgröße (Downsampling), behält wichtige Infos und spart Rechenzeit.</a:t>
                      </a:r>
                    </a:p>
                  </a:txBody>
                  <a:tcPr/>
                </a:tc>
                <a:extLst>
                  <a:ext uri="{0D108BD9-81ED-4DB2-BD59-A6C34878D82A}">
                    <a16:rowId xmlns:a16="http://schemas.microsoft.com/office/drawing/2014/main" val="1238348821"/>
                  </a:ext>
                </a:extLst>
              </a:tr>
              <a:tr h="560092">
                <a:tc>
                  <a:txBody>
                    <a:bodyPr/>
                    <a:lstStyle/>
                    <a:p>
                      <a:r>
                        <a:rPr lang="de-DE" b="1" noProof="0" dirty="0"/>
                        <a:t>Conv2D(32, (3×3), activation='relu')</a:t>
                      </a:r>
                    </a:p>
                  </a:txBody>
                  <a:tcPr/>
                </a:tc>
                <a:tc>
                  <a:txBody>
                    <a:bodyPr/>
                    <a:lstStyle/>
                    <a:p>
                      <a:r>
                        <a:rPr lang="de-DE" noProof="0" dirty="0"/>
                        <a:t>Erkennt komplexere Muster (z. B. Formen, Texturen) auf Basis vorheriger Features.</a:t>
                      </a:r>
                    </a:p>
                  </a:txBody>
                  <a:tcPr/>
                </a:tc>
                <a:extLst>
                  <a:ext uri="{0D108BD9-81ED-4DB2-BD59-A6C34878D82A}">
                    <a16:rowId xmlns:a16="http://schemas.microsoft.com/office/drawing/2014/main" val="1532549288"/>
                  </a:ext>
                </a:extLst>
              </a:tr>
              <a:tr h="560092">
                <a:tc>
                  <a:txBody>
                    <a:bodyPr/>
                    <a:lstStyle/>
                    <a:p>
                      <a:r>
                        <a:rPr lang="de-DE" b="1" noProof="0" dirty="0"/>
                        <a:t>MaxPooling2D(2×2)</a:t>
                      </a:r>
                    </a:p>
                  </a:txBody>
                  <a:tcPr/>
                </a:tc>
                <a:tc>
                  <a:txBody>
                    <a:bodyPr/>
                    <a:lstStyle/>
                    <a:p>
                      <a:r>
                        <a:rPr lang="de-DE" noProof="0" dirty="0"/>
                        <a:t>Nochmals Verkleinerung des Feature-Maps → weniger Overfitting, effizienter.</a:t>
                      </a:r>
                    </a:p>
                  </a:txBody>
                  <a:tcPr/>
                </a:tc>
                <a:extLst>
                  <a:ext uri="{0D108BD9-81ED-4DB2-BD59-A6C34878D82A}">
                    <a16:rowId xmlns:a16="http://schemas.microsoft.com/office/drawing/2014/main" val="802125104"/>
                  </a:ext>
                </a:extLst>
              </a:tr>
              <a:tr h="560092">
                <a:tc>
                  <a:txBody>
                    <a:bodyPr/>
                    <a:lstStyle/>
                    <a:p>
                      <a:r>
                        <a:rPr lang="de-DE" b="1" noProof="0" dirty="0"/>
                        <a:t>Flatten()</a:t>
                      </a:r>
                    </a:p>
                  </a:txBody>
                  <a:tcPr/>
                </a:tc>
                <a:tc>
                  <a:txBody>
                    <a:bodyPr/>
                    <a:lstStyle/>
                    <a:p>
                      <a:r>
                        <a:rPr lang="de-DE" noProof="0" dirty="0"/>
                        <a:t>Wandelt die 2D-Daten in 1D-Vektor um, um sie in Dense-Layers zu verwenden.</a:t>
                      </a:r>
                    </a:p>
                  </a:txBody>
                  <a:tcPr/>
                </a:tc>
                <a:extLst>
                  <a:ext uri="{0D108BD9-81ED-4DB2-BD59-A6C34878D82A}">
                    <a16:rowId xmlns:a16="http://schemas.microsoft.com/office/drawing/2014/main" val="1584051535"/>
                  </a:ext>
                </a:extLst>
              </a:tr>
              <a:tr h="560092">
                <a:tc>
                  <a:txBody>
                    <a:bodyPr/>
                    <a:lstStyle/>
                    <a:p>
                      <a:r>
                        <a:rPr lang="de-DE" b="1" noProof="0" dirty="0"/>
                        <a:t>Dense(64, activation='relu')</a:t>
                      </a:r>
                    </a:p>
                  </a:txBody>
                  <a:tcPr/>
                </a:tc>
                <a:tc>
                  <a:txBody>
                    <a:bodyPr/>
                    <a:lstStyle/>
                    <a:p>
                      <a:r>
                        <a:rPr lang="de-DE" noProof="0" dirty="0"/>
                        <a:t>Verarbeitet gelernte Merkmale weiter und trifft erste Entscheidungen.</a:t>
                      </a:r>
                    </a:p>
                  </a:txBody>
                  <a:tcPr/>
                </a:tc>
                <a:extLst>
                  <a:ext uri="{0D108BD9-81ED-4DB2-BD59-A6C34878D82A}">
                    <a16:rowId xmlns:a16="http://schemas.microsoft.com/office/drawing/2014/main" val="1008203318"/>
                  </a:ext>
                </a:extLst>
              </a:tr>
              <a:tr h="560092">
                <a:tc>
                  <a:txBody>
                    <a:bodyPr/>
                    <a:lstStyle/>
                    <a:p>
                      <a:r>
                        <a:rPr lang="de-DE" b="1" noProof="0" dirty="0"/>
                        <a:t>Dense(1, activation='sigmoid')</a:t>
                      </a:r>
                    </a:p>
                  </a:txBody>
                  <a:tcPr/>
                </a:tc>
                <a:tc>
                  <a:txBody>
                    <a:bodyPr/>
                    <a:lstStyle/>
                    <a:p>
                      <a:r>
                        <a:rPr lang="de-DE" noProof="0" dirty="0"/>
                        <a:t>Gibt eine Wahrscheinlichkeit (zwischen 0 und 1) für "wildfire" zurück.</a:t>
                      </a:r>
                    </a:p>
                  </a:txBody>
                  <a:tcPr anchor="ctr"/>
                </a:tc>
                <a:extLst>
                  <a:ext uri="{0D108BD9-81ED-4DB2-BD59-A6C34878D82A}">
                    <a16:rowId xmlns:a16="http://schemas.microsoft.com/office/drawing/2014/main" val="2172132108"/>
                  </a:ext>
                </a:extLst>
              </a:tr>
            </a:tbl>
          </a:graphicData>
        </a:graphic>
      </p:graphicFrame>
      <p:sp>
        <p:nvSpPr>
          <p:cNvPr id="5" name="Slide Number Placeholder 4">
            <a:extLst>
              <a:ext uri="{FF2B5EF4-FFF2-40B4-BE49-F238E27FC236}">
                <a16:creationId xmlns:a16="http://schemas.microsoft.com/office/drawing/2014/main" id="{EF0397F5-3552-F79F-033E-CED7DDDD19A0}"/>
              </a:ext>
            </a:extLst>
          </p:cNvPr>
          <p:cNvSpPr>
            <a:spLocks noGrp="1"/>
          </p:cNvSpPr>
          <p:nvPr>
            <p:ph type="sldNum" sz="quarter" idx="4"/>
          </p:nvPr>
        </p:nvSpPr>
        <p:spPr/>
        <p:txBody>
          <a:bodyPr/>
          <a:lstStyle/>
          <a:p>
            <a:fld id="{029DE7E0-E051-4C03-AF53-7018E0F7EF0C}" type="slidenum">
              <a:rPr lang="de-DE" noProof="0" smtClean="0"/>
              <a:pPr/>
              <a:t>9</a:t>
            </a:fld>
            <a:endParaRPr lang="de-DE" noProof="0" dirty="0"/>
          </a:p>
        </p:txBody>
      </p:sp>
      <p:sp>
        <p:nvSpPr>
          <p:cNvPr id="3" name="Fußzeilenplatzhalter 3">
            <a:extLst>
              <a:ext uri="{FF2B5EF4-FFF2-40B4-BE49-F238E27FC236}">
                <a16:creationId xmlns:a16="http://schemas.microsoft.com/office/drawing/2014/main" id="{1D1B8ED8-EA8B-98D5-A5DA-D9881854C6E9}"/>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161792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F9FD2-80D1-67C6-825F-BCC54A5EB845}"/>
              </a:ext>
            </a:extLst>
          </p:cNvPr>
          <p:cNvSpPr>
            <a:spLocks noGrp="1"/>
          </p:cNvSpPr>
          <p:nvPr>
            <p:ph type="title"/>
          </p:nvPr>
        </p:nvSpPr>
        <p:spPr/>
        <p:txBody>
          <a:bodyPr/>
          <a:lstStyle/>
          <a:p>
            <a:r>
              <a:rPr lang="de-DE" noProof="0" dirty="0"/>
              <a:t>Genauigkeit der Architektur:</a:t>
            </a:r>
          </a:p>
        </p:txBody>
      </p:sp>
      <p:pic>
        <p:nvPicPr>
          <p:cNvPr id="7" name="Content Placeholder 6">
            <a:extLst>
              <a:ext uri="{FF2B5EF4-FFF2-40B4-BE49-F238E27FC236}">
                <a16:creationId xmlns:a16="http://schemas.microsoft.com/office/drawing/2014/main" id="{5BDEE2DE-0887-ED1E-B754-DE360B7B0B0F}"/>
              </a:ext>
            </a:extLst>
          </p:cNvPr>
          <p:cNvPicPr>
            <a:picLocks noGrp="1" noChangeAspect="1"/>
          </p:cNvPicPr>
          <p:nvPr>
            <p:ph idx="1"/>
          </p:nvPr>
        </p:nvPicPr>
        <p:blipFill>
          <a:blip r:embed="rId2"/>
          <a:stretch>
            <a:fillRect/>
          </a:stretch>
        </p:blipFill>
        <p:spPr>
          <a:xfrm>
            <a:off x="1271464" y="1340768"/>
            <a:ext cx="8731779" cy="3105797"/>
          </a:xfrm>
        </p:spPr>
      </p:pic>
      <p:sp>
        <p:nvSpPr>
          <p:cNvPr id="5" name="Slide Number Placeholder 4">
            <a:extLst>
              <a:ext uri="{FF2B5EF4-FFF2-40B4-BE49-F238E27FC236}">
                <a16:creationId xmlns:a16="http://schemas.microsoft.com/office/drawing/2014/main" id="{D1F96186-F1E0-8281-FD5E-9AE93801BFF3}"/>
              </a:ext>
            </a:extLst>
          </p:cNvPr>
          <p:cNvSpPr>
            <a:spLocks noGrp="1"/>
          </p:cNvSpPr>
          <p:nvPr>
            <p:ph type="sldNum" sz="quarter" idx="4"/>
          </p:nvPr>
        </p:nvSpPr>
        <p:spPr/>
        <p:txBody>
          <a:bodyPr/>
          <a:lstStyle/>
          <a:p>
            <a:fld id="{029DE7E0-E051-4C03-AF53-7018E0F7EF0C}" type="slidenum">
              <a:rPr lang="de-DE" noProof="0" smtClean="0"/>
              <a:pPr/>
              <a:t>10</a:t>
            </a:fld>
            <a:endParaRPr lang="de-DE" noProof="0" dirty="0"/>
          </a:p>
        </p:txBody>
      </p:sp>
      <p:sp>
        <p:nvSpPr>
          <p:cNvPr id="8" name="TextBox 7">
            <a:extLst>
              <a:ext uri="{FF2B5EF4-FFF2-40B4-BE49-F238E27FC236}">
                <a16:creationId xmlns:a16="http://schemas.microsoft.com/office/drawing/2014/main" id="{690D150A-16BE-4C99-AA80-9F6B1D354A64}"/>
              </a:ext>
            </a:extLst>
          </p:cNvPr>
          <p:cNvSpPr txBox="1"/>
          <p:nvPr/>
        </p:nvSpPr>
        <p:spPr>
          <a:xfrm>
            <a:off x="755444" y="4514497"/>
            <a:ext cx="10009112" cy="2031325"/>
          </a:xfrm>
          <a:prstGeom prst="rect">
            <a:avLst/>
          </a:prstGeom>
          <a:noFill/>
        </p:spPr>
        <p:txBody>
          <a:bodyPr wrap="square" rtlCol="0">
            <a:spAutoFit/>
          </a:bodyPr>
          <a:lstStyle/>
          <a:p>
            <a:r>
              <a:rPr lang="de-DE" dirty="0"/>
              <a:t>Das Modell wurde über </a:t>
            </a:r>
            <a:r>
              <a:rPr lang="de-DE" b="1" dirty="0"/>
              <a:t>10 Epochen</a:t>
            </a:r>
            <a:r>
              <a:rPr lang="de-DE" dirty="0"/>
              <a:t> hinweg trainiert. Eine </a:t>
            </a:r>
            <a:r>
              <a:rPr lang="de-DE" b="1" dirty="0"/>
              <a:t>Epoche</a:t>
            </a:r>
            <a:r>
              <a:rPr lang="de-DE" dirty="0"/>
              <a:t> bezeichnet dabei einen vollständigen Durchlauf durch den gesamten Trainingsdatensatz. Bei jedem Durchlauf lernt das Modell, seine Vorhersagen zu verbessern, indem es die Gewichte der neuronalen Verbindungen anpasst.</a:t>
            </a:r>
            <a:br>
              <a:rPr lang="de-DE" dirty="0"/>
            </a:br>
            <a:r>
              <a:rPr lang="de-DE" dirty="0"/>
              <a:t>Nach dem Training über 10 Epochen erreichte das Modell eine </a:t>
            </a:r>
            <a:r>
              <a:rPr lang="de-DE" b="1" dirty="0"/>
              <a:t>Trainingsgenauigkeit (accuracy)</a:t>
            </a:r>
            <a:r>
              <a:rPr lang="de-DE" dirty="0"/>
              <a:t> von </a:t>
            </a:r>
            <a:r>
              <a:rPr lang="de-DE" b="1" dirty="0"/>
              <a:t>96,35 %. </a:t>
            </a:r>
            <a:r>
              <a:rPr lang="de-DE" dirty="0"/>
              <a:t>Die </a:t>
            </a:r>
            <a:r>
              <a:rPr lang="de-DE" b="1" dirty="0"/>
              <a:t>Validierungsgenauigkeit (val_accuracy)</a:t>
            </a:r>
            <a:r>
              <a:rPr lang="de-DE" dirty="0"/>
              <a:t> liegt bei </a:t>
            </a:r>
            <a:r>
              <a:rPr lang="de-DE" b="1" dirty="0"/>
              <a:t>95,16 %</a:t>
            </a:r>
            <a:r>
              <a:rPr lang="de-DE" dirty="0"/>
              <a:t>, was zeigt, dass das Modell auch auf unbekannten Testdaten sehr zuverlässig arbeitet.</a:t>
            </a:r>
            <a:endParaRPr lang="fr-FR" dirty="0"/>
          </a:p>
        </p:txBody>
      </p:sp>
      <p:sp>
        <p:nvSpPr>
          <p:cNvPr id="3" name="Fußzeilenplatzhalter 3">
            <a:extLst>
              <a:ext uri="{FF2B5EF4-FFF2-40B4-BE49-F238E27FC236}">
                <a16:creationId xmlns:a16="http://schemas.microsoft.com/office/drawing/2014/main" id="{85032F97-6F51-3C77-BFC2-26DA9F1F5269}"/>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3031896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FCD595-8F10-92FD-627D-FCCF92C2DCE4}"/>
              </a:ext>
            </a:extLst>
          </p:cNvPr>
          <p:cNvSpPr>
            <a:spLocks noGrp="1"/>
          </p:cNvSpPr>
          <p:nvPr>
            <p:ph type="title"/>
          </p:nvPr>
        </p:nvSpPr>
        <p:spPr/>
        <p:txBody>
          <a:bodyPr/>
          <a:lstStyle/>
          <a:p>
            <a:r>
              <a:rPr lang="de-DE" dirty="0"/>
              <a:t>Wie wirkt sich Data Augmentation auf die Erkennungsgenauigkeit des Modells aus?</a:t>
            </a:r>
            <a:br>
              <a:rPr lang="de-DE" dirty="0"/>
            </a:br>
            <a:endParaRPr lang="en-DE" dirty="0"/>
          </a:p>
        </p:txBody>
      </p:sp>
      <p:sp>
        <p:nvSpPr>
          <p:cNvPr id="3" name="Inhaltsplatzhalter 2">
            <a:extLst>
              <a:ext uri="{FF2B5EF4-FFF2-40B4-BE49-F238E27FC236}">
                <a16:creationId xmlns:a16="http://schemas.microsoft.com/office/drawing/2014/main" id="{04C011A4-BDAA-A57E-4E41-3D9116C1FF35}"/>
              </a:ext>
            </a:extLst>
          </p:cNvPr>
          <p:cNvSpPr>
            <a:spLocks noGrp="1"/>
          </p:cNvSpPr>
          <p:nvPr>
            <p:ph idx="1"/>
          </p:nvPr>
        </p:nvSpPr>
        <p:spPr/>
        <p:txBody>
          <a:bodyPr/>
          <a:lstStyle/>
          <a:p>
            <a:pPr marL="342900" indent="-342900">
              <a:buAutoNum type="arabicPeriod"/>
            </a:pPr>
            <a:r>
              <a:rPr lang="de-DE" dirty="0"/>
              <a:t>Ansatz:</a:t>
            </a:r>
          </a:p>
          <a:p>
            <a:pPr marL="685800" lvl="1">
              <a:buAutoNum type="alphaLcPeriod"/>
            </a:pPr>
            <a:r>
              <a:rPr lang="de-DE" dirty="0"/>
              <a:t>Trainiere Modelle mit unterschiedlichen </a:t>
            </a:r>
            <a:r>
              <a:rPr lang="de-DE" dirty="0" err="1"/>
              <a:t>Augmentierungen</a:t>
            </a:r>
            <a:endParaRPr lang="de-DE" dirty="0"/>
          </a:p>
          <a:p>
            <a:pPr marL="685800" lvl="1">
              <a:buAutoNum type="alphaLcPeriod"/>
            </a:pPr>
            <a:r>
              <a:rPr lang="de-DE" dirty="0"/>
              <a:t>Vergleiche </a:t>
            </a:r>
            <a:r>
              <a:rPr lang="de-DE" dirty="0" err="1"/>
              <a:t>Evaluationsmetriken</a:t>
            </a:r>
            <a:endParaRPr lang="de-DE" dirty="0"/>
          </a:p>
        </p:txBody>
      </p:sp>
      <p:sp>
        <p:nvSpPr>
          <p:cNvPr id="5" name="Foliennummernplatzhalter 4">
            <a:extLst>
              <a:ext uri="{FF2B5EF4-FFF2-40B4-BE49-F238E27FC236}">
                <a16:creationId xmlns:a16="http://schemas.microsoft.com/office/drawing/2014/main" id="{2E04D84B-36D2-F0ED-AA32-C6C42BF5541C}"/>
              </a:ext>
            </a:extLst>
          </p:cNvPr>
          <p:cNvSpPr>
            <a:spLocks noGrp="1"/>
          </p:cNvSpPr>
          <p:nvPr>
            <p:ph type="sldNum" sz="quarter" idx="4"/>
          </p:nvPr>
        </p:nvSpPr>
        <p:spPr/>
        <p:txBody>
          <a:bodyPr/>
          <a:lstStyle/>
          <a:p>
            <a:fld id="{029DE7E0-E051-4C03-AF53-7018E0F7EF0C}" type="slidenum">
              <a:rPr lang="de-DE" altLang="de-DE" smtClean="0"/>
              <a:pPr/>
              <a:t>11</a:t>
            </a:fld>
            <a:endParaRPr lang="de-DE" altLang="de-DE"/>
          </a:p>
        </p:txBody>
      </p:sp>
      <p:pic>
        <p:nvPicPr>
          <p:cNvPr id="9" name="Grafik 8">
            <a:extLst>
              <a:ext uri="{FF2B5EF4-FFF2-40B4-BE49-F238E27FC236}">
                <a16:creationId xmlns:a16="http://schemas.microsoft.com/office/drawing/2014/main" id="{60EB4F7F-C999-248B-B0C7-C3367CE35F43}"/>
              </a:ext>
            </a:extLst>
          </p:cNvPr>
          <p:cNvPicPr>
            <a:picLocks noChangeAspect="1"/>
          </p:cNvPicPr>
          <p:nvPr/>
        </p:nvPicPr>
        <p:blipFill>
          <a:blip r:embed="rId3"/>
          <a:stretch>
            <a:fillRect/>
          </a:stretch>
        </p:blipFill>
        <p:spPr>
          <a:xfrm>
            <a:off x="539571" y="4221154"/>
            <a:ext cx="10440857" cy="2114845"/>
          </a:xfrm>
          <a:prstGeom prst="rect">
            <a:avLst/>
          </a:prstGeom>
        </p:spPr>
      </p:pic>
      <p:sp>
        <p:nvSpPr>
          <p:cNvPr id="6" name="Fußzeilenplatzhalter 3">
            <a:extLst>
              <a:ext uri="{FF2B5EF4-FFF2-40B4-BE49-F238E27FC236}">
                <a16:creationId xmlns:a16="http://schemas.microsoft.com/office/drawing/2014/main" id="{5716552F-859C-4A70-FF8D-86980125D940}"/>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196871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EA355E-719A-43D5-DF6F-BAB973A75AB5}"/>
              </a:ext>
            </a:extLst>
          </p:cNvPr>
          <p:cNvSpPr>
            <a:spLocks noGrp="1"/>
          </p:cNvSpPr>
          <p:nvPr>
            <p:ph type="title"/>
          </p:nvPr>
        </p:nvSpPr>
        <p:spPr/>
        <p:txBody>
          <a:bodyPr/>
          <a:lstStyle/>
          <a:p>
            <a:r>
              <a:rPr lang="de-DE" dirty="0"/>
              <a:t>Wie wirkt sich Data Augmentation auf die Erkennungsgenauigkeit des Modells aus?</a:t>
            </a:r>
            <a:br>
              <a:rPr lang="de-DE" dirty="0"/>
            </a:br>
            <a:endParaRPr lang="de-DE" dirty="0"/>
          </a:p>
        </p:txBody>
      </p:sp>
      <p:sp>
        <p:nvSpPr>
          <p:cNvPr id="5" name="Foliennummernplatzhalter 4">
            <a:extLst>
              <a:ext uri="{FF2B5EF4-FFF2-40B4-BE49-F238E27FC236}">
                <a16:creationId xmlns:a16="http://schemas.microsoft.com/office/drawing/2014/main" id="{D20C2B3F-B96C-1B47-C8E0-E6DD9547D325}"/>
              </a:ext>
            </a:extLst>
          </p:cNvPr>
          <p:cNvSpPr>
            <a:spLocks noGrp="1"/>
          </p:cNvSpPr>
          <p:nvPr>
            <p:ph type="sldNum" sz="quarter" idx="4"/>
          </p:nvPr>
        </p:nvSpPr>
        <p:spPr/>
        <p:txBody>
          <a:bodyPr/>
          <a:lstStyle/>
          <a:p>
            <a:fld id="{029DE7E0-E051-4C03-AF53-7018E0F7EF0C}" type="slidenum">
              <a:rPr lang="de-DE" altLang="de-DE" smtClean="0"/>
              <a:pPr/>
              <a:t>12</a:t>
            </a:fld>
            <a:endParaRPr lang="de-DE" altLang="de-DE"/>
          </a:p>
        </p:txBody>
      </p:sp>
      <p:pic>
        <p:nvPicPr>
          <p:cNvPr id="11" name="Inhaltsplatzhalter 10">
            <a:extLst>
              <a:ext uri="{FF2B5EF4-FFF2-40B4-BE49-F238E27FC236}">
                <a16:creationId xmlns:a16="http://schemas.microsoft.com/office/drawing/2014/main" id="{B1E37523-CB50-9DED-9D75-697E65E95EA2}"/>
              </a:ext>
            </a:extLst>
          </p:cNvPr>
          <p:cNvPicPr>
            <a:picLocks noGrp="1" noChangeAspect="1"/>
          </p:cNvPicPr>
          <p:nvPr>
            <p:ph idx="1"/>
          </p:nvPr>
        </p:nvPicPr>
        <p:blipFill>
          <a:blip r:embed="rId3"/>
          <a:stretch>
            <a:fillRect/>
          </a:stretch>
        </p:blipFill>
        <p:spPr>
          <a:xfrm>
            <a:off x="2264844" y="1198239"/>
            <a:ext cx="7662312" cy="5321385"/>
          </a:xfrm>
        </p:spPr>
      </p:pic>
      <p:sp>
        <p:nvSpPr>
          <p:cNvPr id="3" name="Fußzeilenplatzhalter 3">
            <a:extLst>
              <a:ext uri="{FF2B5EF4-FFF2-40B4-BE49-F238E27FC236}">
                <a16:creationId xmlns:a16="http://schemas.microsoft.com/office/drawing/2014/main" id="{11FB6FFA-7D3A-8DF8-57A7-BF5478B50578}"/>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1246825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44A108-6F52-B876-DA6D-5548EE32B4FD}"/>
              </a:ext>
            </a:extLst>
          </p:cNvPr>
          <p:cNvSpPr>
            <a:spLocks noGrp="1"/>
          </p:cNvSpPr>
          <p:nvPr>
            <p:ph type="title"/>
          </p:nvPr>
        </p:nvSpPr>
        <p:spPr/>
        <p:txBody>
          <a:bodyPr/>
          <a:lstStyle/>
          <a:p>
            <a:r>
              <a:rPr lang="de-DE" dirty="0"/>
              <a:t>Wie wirkt sich Data Augmentation auf die Erkennungsgenauigkeit des Modells aus?</a:t>
            </a:r>
            <a:br>
              <a:rPr lang="de-DE" dirty="0"/>
            </a:br>
            <a:endParaRPr lang="de-DE" dirty="0"/>
          </a:p>
        </p:txBody>
      </p:sp>
      <p:sp>
        <p:nvSpPr>
          <p:cNvPr id="3" name="Inhaltsplatzhalter 2">
            <a:extLst>
              <a:ext uri="{FF2B5EF4-FFF2-40B4-BE49-F238E27FC236}">
                <a16:creationId xmlns:a16="http://schemas.microsoft.com/office/drawing/2014/main" id="{4EF6E246-8A02-D5AF-53FE-6D032624DBC8}"/>
              </a:ext>
            </a:extLst>
          </p:cNvPr>
          <p:cNvSpPr>
            <a:spLocks noGrp="1"/>
          </p:cNvSpPr>
          <p:nvPr>
            <p:ph idx="1"/>
          </p:nvPr>
        </p:nvSpPr>
        <p:spPr/>
        <p:txBody>
          <a:bodyPr/>
          <a:lstStyle/>
          <a:p>
            <a:pPr marL="342900" indent="-342900">
              <a:buAutoNum type="arabicPeriod"/>
            </a:pPr>
            <a:r>
              <a:rPr lang="de-DE" strike="sngStrike" dirty="0"/>
              <a:t>Ansatz:</a:t>
            </a:r>
          </a:p>
          <a:p>
            <a:pPr marL="685800" lvl="1">
              <a:buAutoNum type="alphaLcPeriod"/>
            </a:pPr>
            <a:r>
              <a:rPr lang="de-DE" strike="sngStrike" dirty="0"/>
              <a:t>Trainiere Modelle mit unterschiedlichen </a:t>
            </a:r>
            <a:r>
              <a:rPr lang="de-DE" strike="sngStrike" dirty="0" err="1"/>
              <a:t>Augmentierungen</a:t>
            </a:r>
            <a:endParaRPr lang="de-DE" strike="sngStrike" dirty="0"/>
          </a:p>
          <a:p>
            <a:pPr marL="685800" lvl="1">
              <a:buAutoNum type="alphaLcPeriod"/>
            </a:pPr>
            <a:r>
              <a:rPr lang="de-DE" strike="sngStrike" dirty="0"/>
              <a:t>Vergleiche </a:t>
            </a:r>
            <a:r>
              <a:rPr lang="de-DE" strike="sngStrike" dirty="0" err="1"/>
              <a:t>Evaluationsmetriken</a:t>
            </a:r>
            <a:endParaRPr lang="de-DE" strike="sngStrike" dirty="0"/>
          </a:p>
          <a:p>
            <a:pPr marL="342900" indent="-342900">
              <a:buAutoNum type="arabicPeriod"/>
            </a:pPr>
            <a:r>
              <a:rPr lang="de-DE" dirty="0"/>
              <a:t>Ansatz:</a:t>
            </a:r>
          </a:p>
          <a:p>
            <a:pPr marL="685800" lvl="1">
              <a:buAutoNum type="alphaLcPeriod"/>
            </a:pPr>
            <a:r>
              <a:rPr lang="de-DE" dirty="0"/>
              <a:t>Trainiere Baseline Modell und Modell mit Kombination aus </a:t>
            </a:r>
            <a:r>
              <a:rPr lang="de-DE" dirty="0" err="1"/>
              <a:t>Augmentierungen</a:t>
            </a:r>
            <a:endParaRPr lang="de-DE" dirty="0"/>
          </a:p>
          <a:p>
            <a:pPr marL="685800" lvl="1">
              <a:buAutoNum type="alphaLcPeriod"/>
            </a:pPr>
            <a:r>
              <a:rPr lang="de-DE" dirty="0"/>
              <a:t>Vergleiche </a:t>
            </a:r>
            <a:r>
              <a:rPr lang="de-DE" dirty="0" err="1"/>
              <a:t>Evaluationsmetriken</a:t>
            </a:r>
            <a:endParaRPr lang="de-DE" dirty="0"/>
          </a:p>
          <a:p>
            <a:pPr marL="1098550" lvl="2" indent="-400050">
              <a:buAutoNum type="romanLcPeriod"/>
            </a:pPr>
            <a:r>
              <a:rPr lang="de-DE" dirty="0"/>
              <a:t>auf unveränderten Testdaten</a:t>
            </a:r>
          </a:p>
          <a:p>
            <a:pPr marL="1098550" lvl="2" indent="-400050">
              <a:buAutoNum type="romanLcPeriod"/>
            </a:pPr>
            <a:r>
              <a:rPr lang="de-DE" dirty="0"/>
              <a:t>auf augmentierten Testdaten</a:t>
            </a:r>
          </a:p>
        </p:txBody>
      </p:sp>
      <p:sp>
        <p:nvSpPr>
          <p:cNvPr id="5" name="Foliennummernplatzhalter 4">
            <a:extLst>
              <a:ext uri="{FF2B5EF4-FFF2-40B4-BE49-F238E27FC236}">
                <a16:creationId xmlns:a16="http://schemas.microsoft.com/office/drawing/2014/main" id="{F2771940-9105-5F48-62AA-6ED8F6751FEB}"/>
              </a:ext>
            </a:extLst>
          </p:cNvPr>
          <p:cNvSpPr>
            <a:spLocks noGrp="1"/>
          </p:cNvSpPr>
          <p:nvPr>
            <p:ph type="sldNum" sz="quarter" idx="4"/>
          </p:nvPr>
        </p:nvSpPr>
        <p:spPr/>
        <p:txBody>
          <a:bodyPr/>
          <a:lstStyle/>
          <a:p>
            <a:fld id="{029DE7E0-E051-4C03-AF53-7018E0F7EF0C}" type="slidenum">
              <a:rPr lang="de-DE" altLang="de-DE" smtClean="0"/>
              <a:pPr/>
              <a:t>13</a:t>
            </a:fld>
            <a:endParaRPr lang="de-DE" altLang="de-DE"/>
          </a:p>
        </p:txBody>
      </p:sp>
      <p:pic>
        <p:nvPicPr>
          <p:cNvPr id="6" name="Grafik 5">
            <a:extLst>
              <a:ext uri="{FF2B5EF4-FFF2-40B4-BE49-F238E27FC236}">
                <a16:creationId xmlns:a16="http://schemas.microsoft.com/office/drawing/2014/main" id="{D388B816-F9CF-5B2A-A733-4C7748B7DC72}"/>
              </a:ext>
            </a:extLst>
          </p:cNvPr>
          <p:cNvPicPr>
            <a:picLocks noChangeAspect="1"/>
          </p:cNvPicPr>
          <p:nvPr/>
        </p:nvPicPr>
        <p:blipFill>
          <a:blip r:embed="rId2"/>
          <a:stretch>
            <a:fillRect/>
          </a:stretch>
        </p:blipFill>
        <p:spPr>
          <a:xfrm>
            <a:off x="539571" y="4221154"/>
            <a:ext cx="10440857" cy="2114845"/>
          </a:xfrm>
          <a:prstGeom prst="rect">
            <a:avLst/>
          </a:prstGeom>
        </p:spPr>
      </p:pic>
      <p:sp>
        <p:nvSpPr>
          <p:cNvPr id="7" name="Fußzeilenplatzhalter 3">
            <a:extLst>
              <a:ext uri="{FF2B5EF4-FFF2-40B4-BE49-F238E27FC236}">
                <a16:creationId xmlns:a16="http://schemas.microsoft.com/office/drawing/2014/main" id="{9BD78C10-53A2-44D6-EB47-BF932CDEB3DA}"/>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8971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BCB5E-63C1-A62B-EEA1-112C3A2E12E1}"/>
              </a:ext>
            </a:extLst>
          </p:cNvPr>
          <p:cNvSpPr>
            <a:spLocks noGrp="1"/>
          </p:cNvSpPr>
          <p:nvPr>
            <p:ph type="title"/>
          </p:nvPr>
        </p:nvSpPr>
        <p:spPr/>
        <p:txBody>
          <a:bodyPr/>
          <a:lstStyle/>
          <a:p>
            <a:pPr algn="ctr"/>
            <a:r>
              <a:rPr lang="de-DE" dirty="0"/>
              <a:t>Vergleich – unveränderte und veränderte Testdaten</a:t>
            </a:r>
            <a:br>
              <a:rPr lang="de-DE" dirty="0"/>
            </a:br>
            <a:r>
              <a:rPr lang="de-DE" sz="2000" dirty="0"/>
              <a:t>Baseline</a:t>
            </a:r>
            <a:endParaRPr lang="de-DE" dirty="0"/>
          </a:p>
        </p:txBody>
      </p:sp>
      <p:sp>
        <p:nvSpPr>
          <p:cNvPr id="5" name="Foliennummernplatzhalter 4">
            <a:extLst>
              <a:ext uri="{FF2B5EF4-FFF2-40B4-BE49-F238E27FC236}">
                <a16:creationId xmlns:a16="http://schemas.microsoft.com/office/drawing/2014/main" id="{36622BA0-1B78-119F-794D-920F36C098E9}"/>
              </a:ext>
            </a:extLst>
          </p:cNvPr>
          <p:cNvSpPr>
            <a:spLocks noGrp="1"/>
          </p:cNvSpPr>
          <p:nvPr>
            <p:ph type="sldNum" sz="quarter" idx="4"/>
          </p:nvPr>
        </p:nvSpPr>
        <p:spPr/>
        <p:txBody>
          <a:bodyPr/>
          <a:lstStyle/>
          <a:p>
            <a:fld id="{029DE7E0-E051-4C03-AF53-7018E0F7EF0C}" type="slidenum">
              <a:rPr lang="de-DE" altLang="de-DE" smtClean="0"/>
              <a:pPr/>
              <a:t>14</a:t>
            </a:fld>
            <a:endParaRPr lang="de-DE" altLang="de-DE"/>
          </a:p>
        </p:txBody>
      </p:sp>
      <p:pic>
        <p:nvPicPr>
          <p:cNvPr id="18" name="Inhaltsplatzhalter 17">
            <a:extLst>
              <a:ext uri="{FF2B5EF4-FFF2-40B4-BE49-F238E27FC236}">
                <a16:creationId xmlns:a16="http://schemas.microsoft.com/office/drawing/2014/main" id="{B6150671-2145-4691-4F5E-F00F04CC934A}"/>
              </a:ext>
            </a:extLst>
          </p:cNvPr>
          <p:cNvPicPr>
            <a:picLocks noGrp="1" noChangeAspect="1"/>
          </p:cNvPicPr>
          <p:nvPr>
            <p:ph idx="1"/>
          </p:nvPr>
        </p:nvPicPr>
        <p:blipFill>
          <a:blip r:embed="rId3"/>
          <a:stretch>
            <a:fillRect/>
          </a:stretch>
        </p:blipFill>
        <p:spPr>
          <a:xfrm>
            <a:off x="10954" y="1443417"/>
            <a:ext cx="5561618" cy="4573613"/>
          </a:xfrm>
        </p:spPr>
      </p:pic>
      <p:pic>
        <p:nvPicPr>
          <p:cNvPr id="20" name="Grafik 19">
            <a:extLst>
              <a:ext uri="{FF2B5EF4-FFF2-40B4-BE49-F238E27FC236}">
                <a16:creationId xmlns:a16="http://schemas.microsoft.com/office/drawing/2014/main" id="{EDC3A646-7865-DBF8-989F-41F5FAA9A37E}"/>
              </a:ext>
            </a:extLst>
          </p:cNvPr>
          <p:cNvPicPr>
            <a:picLocks noChangeAspect="1"/>
          </p:cNvPicPr>
          <p:nvPr/>
        </p:nvPicPr>
        <p:blipFill>
          <a:blip r:embed="rId4"/>
          <a:stretch>
            <a:fillRect/>
          </a:stretch>
        </p:blipFill>
        <p:spPr>
          <a:xfrm>
            <a:off x="5760000" y="1419513"/>
            <a:ext cx="5561618" cy="4597517"/>
          </a:xfrm>
          <a:prstGeom prst="rect">
            <a:avLst/>
          </a:prstGeom>
        </p:spPr>
      </p:pic>
      <p:sp>
        <p:nvSpPr>
          <p:cNvPr id="7" name="Textfeld 6">
            <a:extLst>
              <a:ext uri="{FF2B5EF4-FFF2-40B4-BE49-F238E27FC236}">
                <a16:creationId xmlns:a16="http://schemas.microsoft.com/office/drawing/2014/main" id="{FBCDE90F-151B-57A3-C9B1-FE83A977EF67}"/>
              </a:ext>
            </a:extLst>
          </p:cNvPr>
          <p:cNvSpPr txBox="1"/>
          <p:nvPr/>
        </p:nvSpPr>
        <p:spPr>
          <a:xfrm>
            <a:off x="2665659" y="5867672"/>
            <a:ext cx="6188682" cy="584775"/>
          </a:xfrm>
          <a:prstGeom prst="rect">
            <a:avLst/>
          </a:prstGeom>
          <a:noFill/>
        </p:spPr>
        <p:txBody>
          <a:bodyPr wrap="none" rtlCol="0">
            <a:spAutoFit/>
          </a:bodyPr>
          <a:lstStyle/>
          <a:p>
            <a:pPr algn="ctr"/>
            <a:r>
              <a:rPr lang="de-DE" sz="1600" dirty="0"/>
              <a:t>Veränderung</a:t>
            </a:r>
          </a:p>
          <a:p>
            <a:r>
              <a:rPr lang="de-DE" sz="1600" dirty="0" err="1"/>
              <a:t>Accuracy</a:t>
            </a:r>
            <a:r>
              <a:rPr lang="de-DE" sz="1600" dirty="0"/>
              <a:t>: </a:t>
            </a:r>
            <a:r>
              <a:rPr lang="de-DE" sz="1600" dirty="0">
                <a:solidFill>
                  <a:srgbClr val="C00000"/>
                </a:solidFill>
              </a:rPr>
              <a:t>-0.0627</a:t>
            </a:r>
            <a:r>
              <a:rPr lang="de-DE" sz="1600" dirty="0"/>
              <a:t>, Precision: </a:t>
            </a:r>
            <a:r>
              <a:rPr lang="de-DE" sz="1600" dirty="0">
                <a:solidFill>
                  <a:srgbClr val="C00000"/>
                </a:solidFill>
              </a:rPr>
              <a:t>-0.1101</a:t>
            </a:r>
            <a:r>
              <a:rPr lang="de-DE" sz="1600" dirty="0"/>
              <a:t>, Recall: </a:t>
            </a:r>
            <a:r>
              <a:rPr lang="de-DE" sz="1600" dirty="0">
                <a:solidFill>
                  <a:srgbClr val="00B050"/>
                </a:solidFill>
              </a:rPr>
              <a:t>+0.013</a:t>
            </a:r>
            <a:r>
              <a:rPr lang="de-DE" sz="1600" dirty="0"/>
              <a:t>, F1: </a:t>
            </a:r>
            <a:r>
              <a:rPr lang="de-DE" sz="1600" dirty="0">
                <a:solidFill>
                  <a:srgbClr val="C00000"/>
                </a:solidFill>
              </a:rPr>
              <a:t>-0.0513</a:t>
            </a:r>
          </a:p>
        </p:txBody>
      </p:sp>
      <p:sp>
        <p:nvSpPr>
          <p:cNvPr id="3" name="Fußzeilenplatzhalter 3">
            <a:extLst>
              <a:ext uri="{FF2B5EF4-FFF2-40B4-BE49-F238E27FC236}">
                <a16:creationId xmlns:a16="http://schemas.microsoft.com/office/drawing/2014/main" id="{0EB0FED8-C448-2FC0-8A92-9AA87F986406}"/>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3520649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E903D5-8827-D1B7-A1B8-040E1ADEB192}"/>
              </a:ext>
            </a:extLst>
          </p:cNvPr>
          <p:cNvSpPr>
            <a:spLocks noGrp="1"/>
          </p:cNvSpPr>
          <p:nvPr>
            <p:ph type="title"/>
          </p:nvPr>
        </p:nvSpPr>
        <p:spPr/>
        <p:txBody>
          <a:bodyPr/>
          <a:lstStyle/>
          <a:p>
            <a:pPr algn="ctr"/>
            <a:r>
              <a:rPr lang="de-DE" dirty="0"/>
              <a:t>Vergleich – unveränderte und veränderte Testdaten</a:t>
            </a:r>
            <a:br>
              <a:rPr lang="de-DE" dirty="0"/>
            </a:br>
            <a:r>
              <a:rPr lang="de-DE" sz="2000" dirty="0"/>
              <a:t>Kombination</a:t>
            </a:r>
            <a:endParaRPr lang="de-DE" dirty="0"/>
          </a:p>
        </p:txBody>
      </p:sp>
      <p:pic>
        <p:nvPicPr>
          <p:cNvPr id="7" name="Inhaltsplatzhalter 6">
            <a:extLst>
              <a:ext uri="{FF2B5EF4-FFF2-40B4-BE49-F238E27FC236}">
                <a16:creationId xmlns:a16="http://schemas.microsoft.com/office/drawing/2014/main" id="{AE9AFE5E-56A8-8642-6E18-B096C75659E2}"/>
              </a:ext>
            </a:extLst>
          </p:cNvPr>
          <p:cNvPicPr>
            <a:picLocks noGrp="1" noChangeAspect="1"/>
          </p:cNvPicPr>
          <p:nvPr>
            <p:ph idx="1"/>
          </p:nvPr>
        </p:nvPicPr>
        <p:blipFill>
          <a:blip r:embed="rId3"/>
          <a:stretch>
            <a:fillRect/>
          </a:stretch>
        </p:blipFill>
        <p:spPr>
          <a:xfrm>
            <a:off x="47328" y="1399668"/>
            <a:ext cx="5502073" cy="4617812"/>
          </a:xfrm>
        </p:spPr>
      </p:pic>
      <p:sp>
        <p:nvSpPr>
          <p:cNvPr id="5" name="Foliennummernplatzhalter 4">
            <a:extLst>
              <a:ext uri="{FF2B5EF4-FFF2-40B4-BE49-F238E27FC236}">
                <a16:creationId xmlns:a16="http://schemas.microsoft.com/office/drawing/2014/main" id="{FFCFB8B6-A851-4F0E-2983-24D2FBBCC9B2}"/>
              </a:ext>
            </a:extLst>
          </p:cNvPr>
          <p:cNvSpPr>
            <a:spLocks noGrp="1"/>
          </p:cNvSpPr>
          <p:nvPr>
            <p:ph type="sldNum" sz="quarter" idx="4"/>
          </p:nvPr>
        </p:nvSpPr>
        <p:spPr/>
        <p:txBody>
          <a:bodyPr/>
          <a:lstStyle/>
          <a:p>
            <a:fld id="{029DE7E0-E051-4C03-AF53-7018E0F7EF0C}" type="slidenum">
              <a:rPr lang="de-DE" altLang="de-DE" smtClean="0"/>
              <a:pPr/>
              <a:t>15</a:t>
            </a:fld>
            <a:endParaRPr lang="de-DE" altLang="de-DE"/>
          </a:p>
        </p:txBody>
      </p:sp>
      <p:pic>
        <p:nvPicPr>
          <p:cNvPr id="9" name="Grafik 8">
            <a:extLst>
              <a:ext uri="{FF2B5EF4-FFF2-40B4-BE49-F238E27FC236}">
                <a16:creationId xmlns:a16="http://schemas.microsoft.com/office/drawing/2014/main" id="{C6BB3679-D5CD-0F82-BDA3-0BE4A2FA73FE}"/>
              </a:ext>
            </a:extLst>
          </p:cNvPr>
          <p:cNvPicPr>
            <a:picLocks noChangeAspect="1"/>
          </p:cNvPicPr>
          <p:nvPr/>
        </p:nvPicPr>
        <p:blipFill>
          <a:blip r:embed="rId4"/>
          <a:stretch>
            <a:fillRect/>
          </a:stretch>
        </p:blipFill>
        <p:spPr>
          <a:xfrm>
            <a:off x="5778503" y="1399668"/>
            <a:ext cx="5605365" cy="4621620"/>
          </a:xfrm>
          <a:prstGeom prst="rect">
            <a:avLst/>
          </a:prstGeom>
        </p:spPr>
      </p:pic>
      <p:sp>
        <p:nvSpPr>
          <p:cNvPr id="3" name="Textfeld 2">
            <a:extLst>
              <a:ext uri="{FF2B5EF4-FFF2-40B4-BE49-F238E27FC236}">
                <a16:creationId xmlns:a16="http://schemas.microsoft.com/office/drawing/2014/main" id="{5562E074-343A-4184-320B-7EB770192377}"/>
              </a:ext>
            </a:extLst>
          </p:cNvPr>
          <p:cNvSpPr txBox="1"/>
          <p:nvPr/>
        </p:nvSpPr>
        <p:spPr>
          <a:xfrm>
            <a:off x="2549826" y="5869485"/>
            <a:ext cx="6420347" cy="584775"/>
          </a:xfrm>
          <a:prstGeom prst="rect">
            <a:avLst/>
          </a:prstGeom>
          <a:noFill/>
        </p:spPr>
        <p:txBody>
          <a:bodyPr wrap="none" rtlCol="0">
            <a:spAutoFit/>
          </a:bodyPr>
          <a:lstStyle/>
          <a:p>
            <a:pPr algn="ctr"/>
            <a:r>
              <a:rPr lang="de-DE" sz="1600" dirty="0"/>
              <a:t>Veränderung</a:t>
            </a:r>
          </a:p>
          <a:p>
            <a:r>
              <a:rPr lang="de-DE" sz="1600" dirty="0" err="1"/>
              <a:t>Accuracy</a:t>
            </a:r>
            <a:r>
              <a:rPr lang="de-DE" sz="1600" dirty="0"/>
              <a:t>: </a:t>
            </a:r>
            <a:r>
              <a:rPr lang="de-DE" sz="1600" dirty="0">
                <a:solidFill>
                  <a:srgbClr val="00B050"/>
                </a:solidFill>
              </a:rPr>
              <a:t>+0.0202</a:t>
            </a:r>
            <a:r>
              <a:rPr lang="de-DE" sz="1600" dirty="0"/>
              <a:t>, Precision: </a:t>
            </a:r>
            <a:r>
              <a:rPr lang="de-DE" sz="1600" dirty="0">
                <a:solidFill>
                  <a:srgbClr val="C00000"/>
                </a:solidFill>
              </a:rPr>
              <a:t>-0.0165</a:t>
            </a:r>
            <a:r>
              <a:rPr lang="de-DE" sz="1600" dirty="0"/>
              <a:t>, Recall: </a:t>
            </a:r>
            <a:r>
              <a:rPr lang="de-DE" sz="1600" dirty="0">
                <a:solidFill>
                  <a:srgbClr val="00B050"/>
                </a:solidFill>
              </a:rPr>
              <a:t>+0.0541</a:t>
            </a:r>
            <a:r>
              <a:rPr lang="de-DE" sz="1600" dirty="0"/>
              <a:t>, F1: </a:t>
            </a:r>
            <a:r>
              <a:rPr lang="de-DE" sz="1600" dirty="0">
                <a:solidFill>
                  <a:srgbClr val="00B050"/>
                </a:solidFill>
              </a:rPr>
              <a:t>+0.0203</a:t>
            </a:r>
          </a:p>
        </p:txBody>
      </p:sp>
      <p:sp>
        <p:nvSpPr>
          <p:cNvPr id="6" name="Fußzeilenplatzhalter 3">
            <a:extLst>
              <a:ext uri="{FF2B5EF4-FFF2-40B4-BE49-F238E27FC236}">
                <a16:creationId xmlns:a16="http://schemas.microsoft.com/office/drawing/2014/main" id="{8D1E4691-3DBF-301B-365B-2BC46508A48C}"/>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1125395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238149-E390-1762-58B5-6F1D8A432F28}"/>
              </a:ext>
            </a:extLst>
          </p:cNvPr>
          <p:cNvSpPr>
            <a:spLocks noGrp="1"/>
          </p:cNvSpPr>
          <p:nvPr>
            <p:ph type="title"/>
          </p:nvPr>
        </p:nvSpPr>
        <p:spPr/>
        <p:txBody>
          <a:bodyPr/>
          <a:lstStyle/>
          <a:p>
            <a:r>
              <a:rPr lang="de-DE" dirty="0"/>
              <a:t>Welche Kriterien nutzt das Model hauptsächlich zur Klassifizierung? - </a:t>
            </a:r>
            <a:r>
              <a:rPr lang="de-DE" dirty="0" err="1"/>
              <a:t>GradCam</a:t>
            </a:r>
            <a:br>
              <a:rPr lang="de-DE" dirty="0"/>
            </a:br>
            <a:endParaRPr lang="en-DE" dirty="0"/>
          </a:p>
        </p:txBody>
      </p:sp>
      <p:sp>
        <p:nvSpPr>
          <p:cNvPr id="3" name="Inhaltsplatzhalter 2">
            <a:extLst>
              <a:ext uri="{FF2B5EF4-FFF2-40B4-BE49-F238E27FC236}">
                <a16:creationId xmlns:a16="http://schemas.microsoft.com/office/drawing/2014/main" id="{12985055-DC01-557E-02EB-1B2F2284234C}"/>
              </a:ext>
            </a:extLst>
          </p:cNvPr>
          <p:cNvSpPr>
            <a:spLocks noGrp="1"/>
          </p:cNvSpPr>
          <p:nvPr>
            <p:ph idx="1"/>
          </p:nvPr>
        </p:nvSpPr>
        <p:spPr>
          <a:xfrm>
            <a:off x="551384" y="1844824"/>
            <a:ext cx="6552728" cy="4491174"/>
          </a:xfrm>
        </p:spPr>
        <p:txBody>
          <a:bodyPr/>
          <a:lstStyle/>
          <a:p>
            <a:pPr marL="285750" indent="-285750">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err="1"/>
              <a:t>GradCam</a:t>
            </a:r>
            <a:r>
              <a:rPr lang="en-US" dirty="0"/>
              <a:t> – Was </a:t>
            </a:r>
            <a:r>
              <a:rPr lang="en-US" dirty="0" err="1"/>
              <a:t>ist</a:t>
            </a:r>
            <a:r>
              <a:rPr lang="en-US" dirty="0"/>
              <a:t> das?</a:t>
            </a:r>
          </a:p>
          <a:p>
            <a:pPr marL="628650" lvl="1" indent="-285750">
              <a:lnSpc>
                <a:spcPct val="150000"/>
              </a:lnSpc>
            </a:pPr>
            <a:r>
              <a:rPr lang="en-US" dirty="0" err="1"/>
              <a:t>Visualisiert</a:t>
            </a:r>
            <a:r>
              <a:rPr lang="en-US" dirty="0"/>
              <a:t> </a:t>
            </a:r>
            <a:r>
              <a:rPr lang="en-US" dirty="0" err="1"/>
              <a:t>wichtige</a:t>
            </a:r>
            <a:r>
              <a:rPr lang="en-US" dirty="0"/>
              <a:t> </a:t>
            </a:r>
            <a:r>
              <a:rPr lang="en-US" dirty="0" err="1"/>
              <a:t>Bildbereiche</a:t>
            </a:r>
            <a:endParaRPr lang="en-US" dirty="0"/>
          </a:p>
          <a:p>
            <a:pPr marL="628650" lvl="1" indent="-285750">
              <a:lnSpc>
                <a:spcPct val="150000"/>
              </a:lnSpc>
            </a:pPr>
            <a:r>
              <a:rPr lang="en-US" dirty="0" err="1"/>
              <a:t>Zeigt</a:t>
            </a:r>
            <a:r>
              <a:rPr lang="en-US" dirty="0"/>
              <a:t>: “</a:t>
            </a:r>
            <a:r>
              <a:rPr lang="en-US" dirty="0" err="1"/>
              <a:t>Worauf</a:t>
            </a:r>
            <a:r>
              <a:rPr lang="en-US" dirty="0"/>
              <a:t> </a:t>
            </a:r>
            <a:r>
              <a:rPr lang="en-US" dirty="0" err="1"/>
              <a:t>achtet</a:t>
            </a:r>
            <a:r>
              <a:rPr lang="en-US" dirty="0"/>
              <a:t> das Modell?”</a:t>
            </a:r>
          </a:p>
          <a:p>
            <a:pPr marL="628650" lvl="1" indent="-285750">
              <a:lnSpc>
                <a:spcPct val="150000"/>
              </a:lnSpc>
            </a:pPr>
            <a:r>
              <a:rPr lang="en-US" dirty="0"/>
              <a:t>Standard-Tool für CNN Interpretation</a:t>
            </a:r>
          </a:p>
          <a:p>
            <a:pPr marL="628650" lvl="1" indent="-285750">
              <a:lnSpc>
                <a:spcPct val="150000"/>
              </a:lnSpc>
            </a:pPr>
            <a:endParaRPr lang="en-US" dirty="0"/>
          </a:p>
          <a:p>
            <a:r>
              <a:rPr lang="en-US" b="1" dirty="0" err="1"/>
              <a:t>Erwartung</a:t>
            </a:r>
            <a:r>
              <a:rPr lang="en-US" b="1" dirty="0"/>
              <a:t>:</a:t>
            </a:r>
            <a:r>
              <a:rPr lang="en-US" dirty="0"/>
              <a:t> Klare </a:t>
            </a:r>
            <a:r>
              <a:rPr lang="en-US" dirty="0" err="1"/>
              <a:t>Fokussierung</a:t>
            </a:r>
            <a:r>
              <a:rPr lang="en-US" dirty="0"/>
              <a:t> auf </a:t>
            </a:r>
            <a:r>
              <a:rPr lang="en-US" dirty="0" err="1"/>
              <a:t>brennbare</a:t>
            </a:r>
            <a:r>
              <a:rPr lang="en-US" dirty="0"/>
              <a:t> </a:t>
            </a:r>
            <a:r>
              <a:rPr lang="en-US" dirty="0" err="1"/>
              <a:t>Objekte</a:t>
            </a:r>
            <a:endParaRPr lang="en-US" dirty="0"/>
          </a:p>
        </p:txBody>
      </p:sp>
      <p:sp>
        <p:nvSpPr>
          <p:cNvPr id="5" name="Foliennummernplatzhalter 4">
            <a:extLst>
              <a:ext uri="{FF2B5EF4-FFF2-40B4-BE49-F238E27FC236}">
                <a16:creationId xmlns:a16="http://schemas.microsoft.com/office/drawing/2014/main" id="{AF8C4E8C-6F15-26A6-D715-C6D2C3843F0A}"/>
              </a:ext>
            </a:extLst>
          </p:cNvPr>
          <p:cNvSpPr>
            <a:spLocks noGrp="1"/>
          </p:cNvSpPr>
          <p:nvPr>
            <p:ph type="sldNum" sz="quarter" idx="4"/>
          </p:nvPr>
        </p:nvSpPr>
        <p:spPr/>
        <p:txBody>
          <a:bodyPr/>
          <a:lstStyle/>
          <a:p>
            <a:fld id="{029DE7E0-E051-4C03-AF53-7018E0F7EF0C}" type="slidenum">
              <a:rPr lang="de-DE" altLang="de-DE" smtClean="0"/>
              <a:pPr/>
              <a:t>16</a:t>
            </a:fld>
            <a:endParaRPr lang="de-DE" altLang="de-DE"/>
          </a:p>
        </p:txBody>
      </p:sp>
      <p:pic>
        <p:nvPicPr>
          <p:cNvPr id="6" name="Picture 4" descr="GradCAM: Enhancing Neural Network Interpretability">
            <a:extLst>
              <a:ext uri="{FF2B5EF4-FFF2-40B4-BE49-F238E27FC236}">
                <a16:creationId xmlns:a16="http://schemas.microsoft.com/office/drawing/2014/main" id="{4300C151-C40A-578B-02F3-EECA49B0D5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6645"/>
          <a:stretch>
            <a:fillRect/>
          </a:stretch>
        </p:blipFill>
        <p:spPr bwMode="auto">
          <a:xfrm>
            <a:off x="5978669" y="1556792"/>
            <a:ext cx="2389044" cy="24994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GradCAM: Enhancing Neural Network Interpretability">
            <a:extLst>
              <a:ext uri="{FF2B5EF4-FFF2-40B4-BE49-F238E27FC236}">
                <a16:creationId xmlns:a16="http://schemas.microsoft.com/office/drawing/2014/main" id="{31D115B1-AC56-29F2-6840-C6525E8024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734"/>
          <a:stretch>
            <a:fillRect/>
          </a:stretch>
        </p:blipFill>
        <p:spPr bwMode="auto">
          <a:xfrm>
            <a:off x="8733676" y="1550113"/>
            <a:ext cx="2389044" cy="2506104"/>
          </a:xfrm>
          <a:prstGeom prst="rect">
            <a:avLst/>
          </a:prstGeom>
          <a:noFill/>
          <a:extLst>
            <a:ext uri="{909E8E84-426E-40DD-AFC4-6F175D3DCCD1}">
              <a14:hiddenFill xmlns:a14="http://schemas.microsoft.com/office/drawing/2010/main">
                <a:solidFill>
                  <a:srgbClr val="FFFFFF"/>
                </a:solidFill>
              </a14:hiddenFill>
            </a:ext>
          </a:extLst>
        </p:spPr>
      </p:pic>
      <p:sp>
        <p:nvSpPr>
          <p:cNvPr id="8" name="Pfeil: nach rechts 7">
            <a:extLst>
              <a:ext uri="{FF2B5EF4-FFF2-40B4-BE49-F238E27FC236}">
                <a16:creationId xmlns:a16="http://schemas.microsoft.com/office/drawing/2014/main" id="{E2DBFE24-B053-0F73-EFE7-89BA13870244}"/>
              </a:ext>
            </a:extLst>
          </p:cNvPr>
          <p:cNvSpPr/>
          <p:nvPr/>
        </p:nvSpPr>
        <p:spPr>
          <a:xfrm>
            <a:off x="8394773" y="2596235"/>
            <a:ext cx="338903" cy="3750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9" name="Textfeld 8">
            <a:extLst>
              <a:ext uri="{FF2B5EF4-FFF2-40B4-BE49-F238E27FC236}">
                <a16:creationId xmlns:a16="http://schemas.microsoft.com/office/drawing/2014/main" id="{2CC092FC-3AEF-203D-2699-9AC54809EE29}"/>
              </a:ext>
            </a:extLst>
          </p:cNvPr>
          <p:cNvSpPr txBox="1"/>
          <p:nvPr/>
        </p:nvSpPr>
        <p:spPr>
          <a:xfrm>
            <a:off x="7104112" y="4017386"/>
            <a:ext cx="4914093" cy="338554"/>
          </a:xfrm>
          <a:prstGeom prst="rect">
            <a:avLst/>
          </a:prstGeom>
          <a:noFill/>
        </p:spPr>
        <p:txBody>
          <a:bodyPr wrap="square" rtlCol="0">
            <a:spAutoFit/>
          </a:bodyPr>
          <a:lstStyle/>
          <a:p>
            <a:r>
              <a:rPr lang="en-US" sz="1600" dirty="0"/>
              <a:t>Abb. 1: </a:t>
            </a:r>
            <a:r>
              <a:rPr lang="en-US" sz="1600" dirty="0" err="1"/>
              <a:t>GradCam</a:t>
            </a:r>
            <a:r>
              <a:rPr lang="en-US" sz="1600" dirty="0"/>
              <a:t> </a:t>
            </a:r>
            <a:r>
              <a:rPr lang="en-US" sz="1600" dirty="0" err="1"/>
              <a:t>Visualisierung</a:t>
            </a:r>
            <a:endParaRPr lang="en-DE" sz="1600" dirty="0"/>
          </a:p>
        </p:txBody>
      </p:sp>
      <p:sp>
        <p:nvSpPr>
          <p:cNvPr id="10" name="Fußzeilenplatzhalter 3">
            <a:extLst>
              <a:ext uri="{FF2B5EF4-FFF2-40B4-BE49-F238E27FC236}">
                <a16:creationId xmlns:a16="http://schemas.microsoft.com/office/drawing/2014/main" id="{F0ED2AA7-FDFE-1F4F-3F10-A7801BE56BCF}"/>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507666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CB9BE9-D776-9A3B-7386-D672D996F170}"/>
              </a:ext>
            </a:extLst>
          </p:cNvPr>
          <p:cNvSpPr>
            <a:spLocks noGrp="1"/>
          </p:cNvSpPr>
          <p:nvPr>
            <p:ph type="title"/>
          </p:nvPr>
        </p:nvSpPr>
        <p:spPr/>
        <p:txBody>
          <a:bodyPr/>
          <a:lstStyle/>
          <a:p>
            <a:r>
              <a:rPr lang="de-DE" dirty="0"/>
              <a:t>Welche Kriterien nutzt das Model hauptsächlich zur Klassifizierung? - </a:t>
            </a:r>
            <a:r>
              <a:rPr lang="de-DE" dirty="0" err="1"/>
              <a:t>GradCam</a:t>
            </a:r>
            <a:endParaRPr lang="en-DE" dirty="0"/>
          </a:p>
        </p:txBody>
      </p:sp>
      <p:pic>
        <p:nvPicPr>
          <p:cNvPr id="7" name="Inhaltsplatzhalter 6">
            <a:extLst>
              <a:ext uri="{FF2B5EF4-FFF2-40B4-BE49-F238E27FC236}">
                <a16:creationId xmlns:a16="http://schemas.microsoft.com/office/drawing/2014/main" id="{B79A8EA9-8785-9E21-A18B-6566F3E7459E}"/>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5089"/>
          <a:stretch>
            <a:fillRect/>
          </a:stretch>
        </p:blipFill>
        <p:spPr>
          <a:xfrm>
            <a:off x="551384" y="3913893"/>
            <a:ext cx="5040561" cy="2535976"/>
          </a:xfrm>
        </p:spPr>
      </p:pic>
      <p:sp>
        <p:nvSpPr>
          <p:cNvPr id="5" name="Foliennummernplatzhalter 4">
            <a:extLst>
              <a:ext uri="{FF2B5EF4-FFF2-40B4-BE49-F238E27FC236}">
                <a16:creationId xmlns:a16="http://schemas.microsoft.com/office/drawing/2014/main" id="{5B393019-4F4E-8D36-DEBB-AA7222A12857}"/>
              </a:ext>
            </a:extLst>
          </p:cNvPr>
          <p:cNvSpPr>
            <a:spLocks noGrp="1"/>
          </p:cNvSpPr>
          <p:nvPr>
            <p:ph type="sldNum" sz="quarter" idx="4"/>
          </p:nvPr>
        </p:nvSpPr>
        <p:spPr/>
        <p:txBody>
          <a:bodyPr/>
          <a:lstStyle/>
          <a:p>
            <a:fld id="{029DE7E0-E051-4C03-AF53-7018E0F7EF0C}" type="slidenum">
              <a:rPr lang="de-DE" altLang="de-DE" smtClean="0"/>
              <a:pPr/>
              <a:t>17</a:t>
            </a:fld>
            <a:endParaRPr lang="de-DE" altLang="de-DE"/>
          </a:p>
        </p:txBody>
      </p:sp>
      <p:pic>
        <p:nvPicPr>
          <p:cNvPr id="9" name="Grafik 8">
            <a:extLst>
              <a:ext uri="{FF2B5EF4-FFF2-40B4-BE49-F238E27FC236}">
                <a16:creationId xmlns:a16="http://schemas.microsoft.com/office/drawing/2014/main" id="{A87AFE59-DD18-549A-180D-1F5F71D82A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384" y="1228456"/>
            <a:ext cx="5040560" cy="2671964"/>
          </a:xfrm>
          <a:prstGeom prst="rect">
            <a:avLst/>
          </a:prstGeom>
        </p:spPr>
      </p:pic>
      <p:sp>
        <p:nvSpPr>
          <p:cNvPr id="10" name="Pfeil: nach rechts 9">
            <a:extLst>
              <a:ext uri="{FF2B5EF4-FFF2-40B4-BE49-F238E27FC236}">
                <a16:creationId xmlns:a16="http://schemas.microsoft.com/office/drawing/2014/main" id="{DD597DAE-13CC-0DA3-C42C-29EFD825A1EE}"/>
              </a:ext>
            </a:extLst>
          </p:cNvPr>
          <p:cNvSpPr/>
          <p:nvPr/>
        </p:nvSpPr>
        <p:spPr>
          <a:xfrm>
            <a:off x="2927648" y="2348880"/>
            <a:ext cx="288032" cy="3138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Pfeil: nach rechts 10">
            <a:extLst>
              <a:ext uri="{FF2B5EF4-FFF2-40B4-BE49-F238E27FC236}">
                <a16:creationId xmlns:a16="http://schemas.microsoft.com/office/drawing/2014/main" id="{C38D1F46-B1B3-7466-24B2-C9954F4ABD2F}"/>
              </a:ext>
            </a:extLst>
          </p:cNvPr>
          <p:cNvSpPr/>
          <p:nvPr/>
        </p:nvSpPr>
        <p:spPr>
          <a:xfrm>
            <a:off x="2927648" y="4863915"/>
            <a:ext cx="288032" cy="3138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Textfeld 11">
            <a:extLst>
              <a:ext uri="{FF2B5EF4-FFF2-40B4-BE49-F238E27FC236}">
                <a16:creationId xmlns:a16="http://schemas.microsoft.com/office/drawing/2014/main" id="{FEA3B881-3A3D-A1FF-00F9-9EEBCE827E22}"/>
              </a:ext>
            </a:extLst>
          </p:cNvPr>
          <p:cNvSpPr txBox="1"/>
          <p:nvPr/>
        </p:nvSpPr>
        <p:spPr>
          <a:xfrm>
            <a:off x="6168008" y="1880211"/>
            <a:ext cx="6539420" cy="3016210"/>
          </a:xfrm>
          <a:prstGeom prst="rect">
            <a:avLst/>
          </a:prstGeom>
          <a:noFill/>
        </p:spPr>
        <p:txBody>
          <a:bodyPr wrap="square" rtlCol="0">
            <a:spAutoFit/>
          </a:bodyPr>
          <a:lstStyle/>
          <a:p>
            <a:pPr>
              <a:lnSpc>
                <a:spcPct val="150000"/>
              </a:lnSpc>
            </a:pPr>
            <a:r>
              <a:rPr lang="en-US" sz="2000" b="1" dirty="0"/>
              <a:t>Problem:</a:t>
            </a:r>
          </a:p>
          <a:p>
            <a:pPr marL="285750" indent="-285750">
              <a:lnSpc>
                <a:spcPct val="150000"/>
              </a:lnSpc>
              <a:buFont typeface="Arial" panose="020B0604020202020204" pitchFamily="34" charset="0"/>
              <a:buChar char="•"/>
            </a:pPr>
            <a:r>
              <a:rPr lang="en-US" sz="2000" dirty="0" err="1"/>
              <a:t>Schwache</a:t>
            </a:r>
            <a:r>
              <a:rPr lang="en-US" sz="2000" dirty="0"/>
              <a:t>, diffuse Muster</a:t>
            </a:r>
          </a:p>
          <a:p>
            <a:pPr marL="285750" indent="-285750">
              <a:lnSpc>
                <a:spcPct val="150000"/>
              </a:lnSpc>
              <a:buFont typeface="Arial" panose="020B0604020202020204" pitchFamily="34" charset="0"/>
              <a:buChar char="•"/>
            </a:pPr>
            <a:r>
              <a:rPr lang="en-US" sz="2000" dirty="0" err="1"/>
              <a:t>Keine</a:t>
            </a:r>
            <a:r>
              <a:rPr lang="en-US" sz="2000" dirty="0"/>
              <a:t> </a:t>
            </a:r>
            <a:r>
              <a:rPr lang="en-US" sz="2000" dirty="0" err="1"/>
              <a:t>klare</a:t>
            </a:r>
            <a:r>
              <a:rPr lang="en-US" sz="2000" dirty="0"/>
              <a:t> </a:t>
            </a:r>
            <a:r>
              <a:rPr lang="en-US" sz="2000" dirty="0" err="1"/>
              <a:t>Objektfokussierung</a:t>
            </a:r>
            <a:endParaRPr lang="en-US" sz="2000" dirty="0"/>
          </a:p>
          <a:p>
            <a:pPr marL="285750" indent="-285750">
              <a:lnSpc>
                <a:spcPct val="150000"/>
              </a:lnSpc>
              <a:buFont typeface="Arial" panose="020B0604020202020204" pitchFamily="34" charset="0"/>
              <a:buChar char="•"/>
            </a:pPr>
            <a:r>
              <a:rPr lang="en-US" sz="2000" dirty="0"/>
              <a:t>Bei 32x32 Pixel </a:t>
            </a:r>
            <a:r>
              <a:rPr lang="en-US" sz="2000" dirty="0" err="1"/>
              <a:t>schwer</a:t>
            </a:r>
            <a:r>
              <a:rPr lang="en-US" sz="2000" dirty="0"/>
              <a:t> </a:t>
            </a:r>
            <a:r>
              <a:rPr lang="en-US" sz="2000" dirty="0" err="1"/>
              <a:t>interpretierbar</a:t>
            </a:r>
            <a:endParaRPr lang="en-US" sz="2000" dirty="0"/>
          </a:p>
          <a:p>
            <a:pPr>
              <a:lnSpc>
                <a:spcPct val="150000"/>
              </a:lnSpc>
            </a:pPr>
            <a:endParaRPr lang="en-US" sz="2000" dirty="0"/>
          </a:p>
          <a:p>
            <a:r>
              <a:rPr lang="en-US" sz="2000" b="1" dirty="0"/>
              <a:t>Frage: </a:t>
            </a:r>
            <a:r>
              <a:rPr lang="en-US" sz="2000" dirty="0"/>
              <a:t>Lernt das Modell </a:t>
            </a:r>
            <a:r>
              <a:rPr lang="en-US" sz="2000" dirty="0" err="1"/>
              <a:t>überhaupt</a:t>
            </a:r>
            <a:r>
              <a:rPr lang="en-US" sz="2000" dirty="0"/>
              <a:t> </a:t>
            </a:r>
          </a:p>
          <a:p>
            <a:r>
              <a:rPr lang="en-US" sz="2000" dirty="0" err="1"/>
              <a:t>sinnvolle</a:t>
            </a:r>
            <a:r>
              <a:rPr lang="en-US" sz="2000" dirty="0"/>
              <a:t> Features?</a:t>
            </a:r>
            <a:endParaRPr lang="en-DE" sz="2000" dirty="0"/>
          </a:p>
        </p:txBody>
      </p:sp>
      <p:sp>
        <p:nvSpPr>
          <p:cNvPr id="3" name="Fußzeilenplatzhalter 3">
            <a:extLst>
              <a:ext uri="{FF2B5EF4-FFF2-40B4-BE49-F238E27FC236}">
                <a16:creationId xmlns:a16="http://schemas.microsoft.com/office/drawing/2014/main" id="{0D8D1B31-4834-AF7F-88F7-FFB7156DDE3C}"/>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159623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87155F3-AA3E-4C56-08A4-78D1BD1A5112}"/>
              </a:ext>
            </a:extLst>
          </p:cNvPr>
          <p:cNvSpPr>
            <a:spLocks noGrp="1"/>
          </p:cNvSpPr>
          <p:nvPr>
            <p:ph type="title"/>
          </p:nvPr>
        </p:nvSpPr>
        <p:spPr/>
        <p:txBody>
          <a:bodyPr/>
          <a:lstStyle/>
          <a:p>
            <a:r>
              <a:rPr lang="de-DE" dirty="0"/>
              <a:t>Welche Kriterien nutzt das Model hauptsächlich zur Klassifizierung? - Hypothese</a:t>
            </a:r>
            <a:endParaRPr lang="en-DE" dirty="0"/>
          </a:p>
        </p:txBody>
      </p:sp>
      <p:sp>
        <p:nvSpPr>
          <p:cNvPr id="3" name="Inhaltsplatzhalter 2">
            <a:extLst>
              <a:ext uri="{FF2B5EF4-FFF2-40B4-BE49-F238E27FC236}">
                <a16:creationId xmlns:a16="http://schemas.microsoft.com/office/drawing/2014/main" id="{066D8F7E-9892-560F-55B3-42CFAA2B9FB3}"/>
              </a:ext>
            </a:extLst>
          </p:cNvPr>
          <p:cNvSpPr>
            <a:spLocks noGrp="1"/>
          </p:cNvSpPr>
          <p:nvPr>
            <p:ph idx="1"/>
          </p:nvPr>
        </p:nvSpPr>
        <p:spPr>
          <a:xfrm>
            <a:off x="983432" y="1556792"/>
            <a:ext cx="10152568" cy="4779206"/>
          </a:xfrm>
        </p:spPr>
        <p:txBody>
          <a:bodyPr/>
          <a:lstStyle/>
          <a:p>
            <a:r>
              <a:rPr lang="en-US" b="1" dirty="0" err="1"/>
              <a:t>Hypothese</a:t>
            </a:r>
            <a:r>
              <a:rPr lang="en-US" b="1" dirty="0"/>
              <a:t>:</a:t>
            </a:r>
            <a:r>
              <a:rPr lang="en-US" dirty="0"/>
              <a:t> “</a:t>
            </a:r>
            <a:r>
              <a:rPr lang="de-DE" dirty="0"/>
              <a:t>Das Modell erkennt </a:t>
            </a:r>
            <a:r>
              <a:rPr lang="de-DE" dirty="0" err="1"/>
              <a:t>Wildfire</a:t>
            </a:r>
            <a:r>
              <a:rPr lang="de-DE" dirty="0"/>
              <a:t>-Risiko </a:t>
            </a:r>
          </a:p>
          <a:p>
            <a:r>
              <a:rPr lang="de-DE" dirty="0"/>
              <a:t>über Trockenheits-Indikatoren in RGB-Daten</a:t>
            </a:r>
            <a:r>
              <a:rPr lang="en-US" dirty="0"/>
              <a:t>”</a:t>
            </a:r>
          </a:p>
          <a:p>
            <a:endParaRPr lang="en-US" dirty="0"/>
          </a:p>
          <a:p>
            <a:r>
              <a:rPr lang="en-US" b="1" dirty="0"/>
              <a:t>Wildfire </a:t>
            </a:r>
            <a:r>
              <a:rPr lang="en-US" b="1" dirty="0" err="1"/>
              <a:t>Risiko</a:t>
            </a:r>
            <a:r>
              <a:rPr lang="en-US" b="1" dirty="0"/>
              <a:t>:</a:t>
            </a:r>
          </a:p>
          <a:p>
            <a:pPr marL="285750" indent="-285750">
              <a:buFont typeface="Arial" panose="020B0604020202020204" pitchFamily="34" charset="0"/>
              <a:buChar char="•"/>
            </a:pPr>
            <a:r>
              <a:rPr lang="en-US" dirty="0" err="1"/>
              <a:t>Dunklere</a:t>
            </a:r>
            <a:r>
              <a:rPr lang="en-US" dirty="0"/>
              <a:t> RGB-</a:t>
            </a:r>
            <a:r>
              <a:rPr lang="en-US" dirty="0" err="1"/>
              <a:t>Werte</a:t>
            </a:r>
            <a:endParaRPr lang="en-US" dirty="0"/>
          </a:p>
          <a:p>
            <a:pPr marL="285750" indent="-285750">
              <a:buFont typeface="Arial" panose="020B0604020202020204" pitchFamily="34" charset="0"/>
              <a:buChar char="•"/>
            </a:pPr>
            <a:r>
              <a:rPr lang="en-US" dirty="0" err="1"/>
              <a:t>Gedämpftere</a:t>
            </a:r>
            <a:r>
              <a:rPr lang="en-US" dirty="0"/>
              <a:t> </a:t>
            </a:r>
            <a:r>
              <a:rPr lang="en-US" dirty="0" err="1"/>
              <a:t>Farbintensität</a:t>
            </a:r>
            <a:endParaRPr lang="en-US" dirty="0"/>
          </a:p>
          <a:p>
            <a:r>
              <a:rPr lang="en-DE" dirty="0"/>
              <a:t>⇒</a:t>
            </a:r>
            <a:r>
              <a:rPr lang="en-US" dirty="0"/>
              <a:t> </a:t>
            </a:r>
            <a:r>
              <a:rPr lang="en-US" dirty="0" err="1"/>
              <a:t>ausgetrocknete</a:t>
            </a:r>
            <a:r>
              <a:rPr lang="en-US" dirty="0"/>
              <a:t> Vegetation</a:t>
            </a:r>
          </a:p>
          <a:p>
            <a:endParaRPr lang="en-US" dirty="0"/>
          </a:p>
          <a:p>
            <a:r>
              <a:rPr lang="en-US" b="1" dirty="0"/>
              <a:t>No-Wildfire </a:t>
            </a:r>
            <a:r>
              <a:rPr lang="en-US" b="1" dirty="0" err="1"/>
              <a:t>Gebiete</a:t>
            </a:r>
            <a:r>
              <a:rPr lang="en-US" b="1" dirty="0"/>
              <a:t>:</a:t>
            </a:r>
          </a:p>
          <a:p>
            <a:pPr marL="285750" indent="-285750">
              <a:buFont typeface="Arial" panose="020B0604020202020204" pitchFamily="34" charset="0"/>
              <a:buChar char="•"/>
            </a:pPr>
            <a:r>
              <a:rPr lang="en-US" dirty="0" err="1"/>
              <a:t>Hellere</a:t>
            </a:r>
            <a:r>
              <a:rPr lang="en-US" dirty="0"/>
              <a:t> RGB-</a:t>
            </a:r>
            <a:r>
              <a:rPr lang="en-US" dirty="0" err="1"/>
              <a:t>Werte</a:t>
            </a:r>
            <a:endParaRPr lang="en-US" dirty="0"/>
          </a:p>
          <a:p>
            <a:pPr marL="285750" indent="-285750">
              <a:buFont typeface="Arial" panose="020B0604020202020204" pitchFamily="34" charset="0"/>
              <a:buChar char="•"/>
            </a:pPr>
            <a:r>
              <a:rPr lang="en-US" dirty="0" err="1"/>
              <a:t>Intensivere</a:t>
            </a:r>
            <a:r>
              <a:rPr lang="en-US" dirty="0"/>
              <a:t> Farben</a:t>
            </a:r>
          </a:p>
          <a:p>
            <a:r>
              <a:rPr lang="en-DE" dirty="0"/>
              <a:t>⇒</a:t>
            </a:r>
            <a:r>
              <a:rPr lang="en-US" dirty="0"/>
              <a:t> </a:t>
            </a:r>
            <a:r>
              <a:rPr lang="en-US" dirty="0" err="1"/>
              <a:t>gesunde</a:t>
            </a:r>
            <a:r>
              <a:rPr lang="en-US" dirty="0"/>
              <a:t>, </a:t>
            </a:r>
            <a:r>
              <a:rPr lang="en-US" dirty="0" err="1"/>
              <a:t>wasserreiche</a:t>
            </a:r>
            <a:r>
              <a:rPr lang="en-US" dirty="0"/>
              <a:t> Vegetation</a:t>
            </a:r>
          </a:p>
        </p:txBody>
      </p:sp>
      <p:sp>
        <p:nvSpPr>
          <p:cNvPr id="5" name="Foliennummernplatzhalter 4">
            <a:extLst>
              <a:ext uri="{FF2B5EF4-FFF2-40B4-BE49-F238E27FC236}">
                <a16:creationId xmlns:a16="http://schemas.microsoft.com/office/drawing/2014/main" id="{2D7CB488-D52D-4719-984D-1D643EA27EEF}"/>
              </a:ext>
            </a:extLst>
          </p:cNvPr>
          <p:cNvSpPr>
            <a:spLocks noGrp="1"/>
          </p:cNvSpPr>
          <p:nvPr>
            <p:ph type="sldNum" sz="quarter" idx="4"/>
          </p:nvPr>
        </p:nvSpPr>
        <p:spPr/>
        <p:txBody>
          <a:bodyPr/>
          <a:lstStyle/>
          <a:p>
            <a:fld id="{029DE7E0-E051-4C03-AF53-7018E0F7EF0C}" type="slidenum">
              <a:rPr lang="de-DE" altLang="de-DE" smtClean="0"/>
              <a:pPr/>
              <a:t>18</a:t>
            </a:fld>
            <a:endParaRPr lang="de-DE" altLang="de-DE"/>
          </a:p>
        </p:txBody>
      </p:sp>
      <p:sp>
        <p:nvSpPr>
          <p:cNvPr id="6" name="Textfeld 5">
            <a:extLst>
              <a:ext uri="{FF2B5EF4-FFF2-40B4-BE49-F238E27FC236}">
                <a16:creationId xmlns:a16="http://schemas.microsoft.com/office/drawing/2014/main" id="{78E44BE2-1523-3DC9-F8C7-9A8F11390424}"/>
              </a:ext>
            </a:extLst>
          </p:cNvPr>
          <p:cNvSpPr txBox="1"/>
          <p:nvPr/>
        </p:nvSpPr>
        <p:spPr>
          <a:xfrm>
            <a:off x="7317689" y="2529770"/>
            <a:ext cx="3600400" cy="646331"/>
          </a:xfrm>
          <a:prstGeom prst="rect">
            <a:avLst/>
          </a:prstGeom>
          <a:noFill/>
        </p:spPr>
        <p:txBody>
          <a:bodyPr wrap="square" rtlCol="0">
            <a:spAutoFit/>
          </a:bodyPr>
          <a:lstStyle/>
          <a:p>
            <a:r>
              <a:rPr lang="de-DE" b="1" dirty="0"/>
              <a:t>Erster Experimenteller Test: </a:t>
            </a:r>
          </a:p>
          <a:p>
            <a:r>
              <a:rPr lang="de-DE" dirty="0"/>
              <a:t>CNN vs. Einfaches Farbmodell</a:t>
            </a:r>
            <a:endParaRPr lang="en-DE" dirty="0"/>
          </a:p>
        </p:txBody>
      </p:sp>
      <p:pic>
        <p:nvPicPr>
          <p:cNvPr id="8" name="Grafik 7">
            <a:extLst>
              <a:ext uri="{FF2B5EF4-FFF2-40B4-BE49-F238E27FC236}">
                <a16:creationId xmlns:a16="http://schemas.microsoft.com/office/drawing/2014/main" id="{054651A8-4720-135C-2FDD-C0CD6CEE73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6120" y="3176101"/>
            <a:ext cx="4173457" cy="1582435"/>
          </a:xfrm>
          <a:prstGeom prst="rect">
            <a:avLst/>
          </a:prstGeom>
        </p:spPr>
      </p:pic>
      <p:sp>
        <p:nvSpPr>
          <p:cNvPr id="9" name="Textfeld 8">
            <a:extLst>
              <a:ext uri="{FF2B5EF4-FFF2-40B4-BE49-F238E27FC236}">
                <a16:creationId xmlns:a16="http://schemas.microsoft.com/office/drawing/2014/main" id="{E23DAE58-DB2E-16E7-A192-25C4DF45FECB}"/>
              </a:ext>
            </a:extLst>
          </p:cNvPr>
          <p:cNvSpPr txBox="1"/>
          <p:nvPr/>
        </p:nvSpPr>
        <p:spPr>
          <a:xfrm>
            <a:off x="7320136" y="4797152"/>
            <a:ext cx="3744416" cy="646331"/>
          </a:xfrm>
          <a:prstGeom prst="rect">
            <a:avLst/>
          </a:prstGeom>
          <a:noFill/>
        </p:spPr>
        <p:txBody>
          <a:bodyPr wrap="square" rtlCol="0">
            <a:spAutoFit/>
          </a:bodyPr>
          <a:lstStyle/>
          <a:p>
            <a:r>
              <a:rPr lang="en-DE" dirty="0"/>
              <a:t>⇒</a:t>
            </a:r>
            <a:r>
              <a:rPr lang="en-US" dirty="0"/>
              <a:t> Farben </a:t>
            </a:r>
            <a:r>
              <a:rPr lang="en-US" dirty="0" err="1"/>
              <a:t>sind</a:t>
            </a:r>
            <a:r>
              <a:rPr lang="en-US" dirty="0"/>
              <a:t> die </a:t>
            </a:r>
            <a:r>
              <a:rPr lang="en-US" dirty="0" err="1"/>
              <a:t>dominierenden</a:t>
            </a:r>
            <a:r>
              <a:rPr lang="en-US" dirty="0"/>
              <a:t> </a:t>
            </a:r>
            <a:r>
              <a:rPr lang="en-US" dirty="0" err="1"/>
              <a:t>Entscheidungskriterien</a:t>
            </a:r>
            <a:endParaRPr lang="en-DE" dirty="0"/>
          </a:p>
        </p:txBody>
      </p:sp>
      <p:sp>
        <p:nvSpPr>
          <p:cNvPr id="7" name="Fußzeilenplatzhalter 3">
            <a:extLst>
              <a:ext uri="{FF2B5EF4-FFF2-40B4-BE49-F238E27FC236}">
                <a16:creationId xmlns:a16="http://schemas.microsoft.com/office/drawing/2014/main" id="{5708E032-4F1F-A70F-4D84-299CA966FD09}"/>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3654420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0AED7F-2FF9-66C3-762E-C901F62D9470}"/>
              </a:ext>
            </a:extLst>
          </p:cNvPr>
          <p:cNvSpPr>
            <a:spLocks noGrp="1"/>
          </p:cNvSpPr>
          <p:nvPr>
            <p:ph type="title"/>
          </p:nvPr>
        </p:nvSpPr>
        <p:spPr/>
        <p:txBody>
          <a:bodyPr/>
          <a:lstStyle/>
          <a:p>
            <a:r>
              <a:rPr lang="de-DE" dirty="0"/>
              <a:t>Welche Kriterien nutzt das Model hauptsächlich zur Klassifizierung? – Feature Analyse</a:t>
            </a:r>
            <a:endParaRPr lang="en-DE" dirty="0"/>
          </a:p>
        </p:txBody>
      </p:sp>
      <p:pic>
        <p:nvPicPr>
          <p:cNvPr id="7" name="Inhaltsplatzhalter 6">
            <a:extLst>
              <a:ext uri="{FF2B5EF4-FFF2-40B4-BE49-F238E27FC236}">
                <a16:creationId xmlns:a16="http://schemas.microsoft.com/office/drawing/2014/main" id="{CE72601E-7B95-305B-6F37-BA07CD692F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3634" y="1558782"/>
            <a:ext cx="5726601" cy="3888432"/>
          </a:xfrm>
        </p:spPr>
      </p:pic>
      <p:sp>
        <p:nvSpPr>
          <p:cNvPr id="5" name="Foliennummernplatzhalter 4">
            <a:extLst>
              <a:ext uri="{FF2B5EF4-FFF2-40B4-BE49-F238E27FC236}">
                <a16:creationId xmlns:a16="http://schemas.microsoft.com/office/drawing/2014/main" id="{B848AEA1-184A-7CA0-36D0-C3591AC2E798}"/>
              </a:ext>
            </a:extLst>
          </p:cNvPr>
          <p:cNvSpPr>
            <a:spLocks noGrp="1"/>
          </p:cNvSpPr>
          <p:nvPr>
            <p:ph type="sldNum" sz="quarter" idx="4"/>
          </p:nvPr>
        </p:nvSpPr>
        <p:spPr/>
        <p:txBody>
          <a:bodyPr/>
          <a:lstStyle/>
          <a:p>
            <a:fld id="{029DE7E0-E051-4C03-AF53-7018E0F7EF0C}" type="slidenum">
              <a:rPr lang="de-DE" altLang="de-DE" smtClean="0"/>
              <a:pPr/>
              <a:t>19</a:t>
            </a:fld>
            <a:endParaRPr lang="de-DE" altLang="de-DE"/>
          </a:p>
        </p:txBody>
      </p:sp>
      <p:sp>
        <p:nvSpPr>
          <p:cNvPr id="8" name="Textfeld 7">
            <a:extLst>
              <a:ext uri="{FF2B5EF4-FFF2-40B4-BE49-F238E27FC236}">
                <a16:creationId xmlns:a16="http://schemas.microsoft.com/office/drawing/2014/main" id="{10565672-E126-8741-625D-05FF5B440B10}"/>
              </a:ext>
            </a:extLst>
          </p:cNvPr>
          <p:cNvSpPr txBox="1"/>
          <p:nvPr/>
        </p:nvSpPr>
        <p:spPr>
          <a:xfrm>
            <a:off x="6719265" y="2204864"/>
            <a:ext cx="5039101" cy="2343655"/>
          </a:xfrm>
          <a:prstGeom prst="rect">
            <a:avLst/>
          </a:prstGeom>
          <a:noFill/>
        </p:spPr>
        <p:txBody>
          <a:bodyPr wrap="square" rtlCol="0">
            <a:spAutoFit/>
          </a:bodyPr>
          <a:lstStyle/>
          <a:p>
            <a:pPr>
              <a:lnSpc>
                <a:spcPct val="150000"/>
              </a:lnSpc>
            </a:pPr>
            <a:r>
              <a:rPr lang="en-US" sz="2000" b="1" dirty="0"/>
              <a:t>Was </a:t>
            </a:r>
            <a:r>
              <a:rPr lang="en-US" sz="2000" b="1" dirty="0" err="1"/>
              <a:t>zeigt</a:t>
            </a:r>
            <a:r>
              <a:rPr lang="en-US" sz="2000" b="1" dirty="0"/>
              <a:t> </a:t>
            </a:r>
            <a:r>
              <a:rPr lang="en-US" sz="2000" b="1" dirty="0" err="1"/>
              <a:t>uns</a:t>
            </a:r>
            <a:r>
              <a:rPr lang="en-US" sz="2000" b="1" dirty="0"/>
              <a:t> die </a:t>
            </a:r>
            <a:r>
              <a:rPr lang="en-US" sz="2000" b="1" dirty="0" err="1"/>
              <a:t>Analyse</a:t>
            </a:r>
            <a:r>
              <a:rPr lang="en-US" sz="2000" b="1" dirty="0"/>
              <a:t>?</a:t>
            </a:r>
          </a:p>
          <a:p>
            <a:pPr marL="285750" indent="-285750">
              <a:lnSpc>
                <a:spcPct val="150000"/>
              </a:lnSpc>
              <a:buFont typeface="Arial" panose="020B0604020202020204" pitchFamily="34" charset="0"/>
              <a:buChar char="•"/>
            </a:pPr>
            <a:r>
              <a:rPr lang="en-US" sz="2000" dirty="0" err="1"/>
              <a:t>Farbfeatures</a:t>
            </a:r>
            <a:r>
              <a:rPr lang="en-US" sz="2000" dirty="0"/>
              <a:t> </a:t>
            </a:r>
            <a:r>
              <a:rPr lang="en-US" sz="2000" dirty="0" err="1"/>
              <a:t>dominieren</a:t>
            </a:r>
            <a:r>
              <a:rPr lang="en-US" sz="2000" dirty="0"/>
              <a:t> die </a:t>
            </a:r>
            <a:r>
              <a:rPr lang="en-US" sz="2000" dirty="0" err="1"/>
              <a:t>Klassifikation</a:t>
            </a:r>
            <a:endParaRPr lang="en-US" sz="2000" dirty="0"/>
          </a:p>
          <a:p>
            <a:pPr marL="285750" indent="-285750">
              <a:lnSpc>
                <a:spcPct val="150000"/>
              </a:lnSpc>
              <a:buFont typeface="Arial" panose="020B0604020202020204" pitchFamily="34" charset="0"/>
              <a:buChar char="•"/>
            </a:pPr>
            <a:r>
              <a:rPr lang="en-US" sz="2000" dirty="0"/>
              <a:t>Rot </a:t>
            </a:r>
            <a:r>
              <a:rPr lang="en-US" sz="2000" dirty="0" err="1"/>
              <a:t>Mittelwert</a:t>
            </a:r>
            <a:r>
              <a:rPr lang="en-US" sz="2000" dirty="0"/>
              <a:t> das </a:t>
            </a:r>
            <a:r>
              <a:rPr lang="en-US" sz="2000" dirty="0" err="1"/>
              <a:t>wichtigste</a:t>
            </a:r>
            <a:r>
              <a:rPr lang="en-US" sz="2000" dirty="0"/>
              <a:t> Feature, </a:t>
            </a:r>
            <a:r>
              <a:rPr lang="en-US" sz="2000" dirty="0" err="1"/>
              <a:t>gefolgt</a:t>
            </a:r>
            <a:r>
              <a:rPr lang="en-US" sz="2000" dirty="0"/>
              <a:t> von Blau </a:t>
            </a:r>
            <a:r>
              <a:rPr lang="en-US" sz="2000" dirty="0" err="1"/>
              <a:t>basierten</a:t>
            </a:r>
            <a:r>
              <a:rPr lang="en-US" sz="2000" dirty="0"/>
              <a:t> Features</a:t>
            </a:r>
            <a:endParaRPr lang="en-DE" sz="2000" dirty="0"/>
          </a:p>
        </p:txBody>
      </p:sp>
      <p:sp>
        <p:nvSpPr>
          <p:cNvPr id="9" name="Textfeld 8">
            <a:extLst>
              <a:ext uri="{FF2B5EF4-FFF2-40B4-BE49-F238E27FC236}">
                <a16:creationId xmlns:a16="http://schemas.microsoft.com/office/drawing/2014/main" id="{3140CF40-AECC-A9CB-8384-46E8A09E669C}"/>
              </a:ext>
            </a:extLst>
          </p:cNvPr>
          <p:cNvSpPr txBox="1"/>
          <p:nvPr/>
        </p:nvSpPr>
        <p:spPr>
          <a:xfrm>
            <a:off x="695400" y="5589240"/>
            <a:ext cx="6192689" cy="646331"/>
          </a:xfrm>
          <a:prstGeom prst="rect">
            <a:avLst/>
          </a:prstGeom>
          <a:noFill/>
        </p:spPr>
        <p:txBody>
          <a:bodyPr wrap="square" rtlCol="0">
            <a:spAutoFit/>
          </a:bodyPr>
          <a:lstStyle/>
          <a:p>
            <a:r>
              <a:rPr lang="en-US" u="sng" dirty="0"/>
              <a:t>Positive </a:t>
            </a:r>
            <a:r>
              <a:rPr lang="en-US" u="sng" dirty="0" err="1"/>
              <a:t>Werte</a:t>
            </a:r>
            <a:r>
              <a:rPr lang="en-US" u="sng" dirty="0"/>
              <a:t> </a:t>
            </a:r>
            <a:r>
              <a:rPr lang="en-US" dirty="0"/>
              <a:t>= </a:t>
            </a:r>
            <a:r>
              <a:rPr lang="en-US" dirty="0" err="1"/>
              <a:t>erhöhte</a:t>
            </a:r>
            <a:r>
              <a:rPr lang="en-US" dirty="0"/>
              <a:t> Wildfire </a:t>
            </a:r>
            <a:r>
              <a:rPr lang="en-US" dirty="0" err="1"/>
              <a:t>Wahrscheinlichkeit</a:t>
            </a:r>
            <a:endParaRPr lang="en-US" dirty="0"/>
          </a:p>
          <a:p>
            <a:r>
              <a:rPr lang="en-US" u="sng" dirty="0"/>
              <a:t>Negative </a:t>
            </a:r>
            <a:r>
              <a:rPr lang="en-US" u="sng" dirty="0" err="1"/>
              <a:t>Werte</a:t>
            </a:r>
            <a:r>
              <a:rPr lang="en-US" u="sng" dirty="0"/>
              <a:t> </a:t>
            </a:r>
            <a:r>
              <a:rPr lang="en-US" dirty="0"/>
              <a:t>= </a:t>
            </a:r>
            <a:r>
              <a:rPr lang="en-US" dirty="0" err="1"/>
              <a:t>reduzierte</a:t>
            </a:r>
            <a:r>
              <a:rPr lang="en-US" dirty="0"/>
              <a:t> Wildfire </a:t>
            </a:r>
            <a:r>
              <a:rPr lang="en-US" dirty="0" err="1"/>
              <a:t>Wahrscheinlichkeit</a:t>
            </a:r>
            <a:endParaRPr lang="en-DE" dirty="0"/>
          </a:p>
        </p:txBody>
      </p:sp>
      <p:sp>
        <p:nvSpPr>
          <p:cNvPr id="3" name="Fußzeilenplatzhalter 3">
            <a:extLst>
              <a:ext uri="{FF2B5EF4-FFF2-40B4-BE49-F238E27FC236}">
                <a16:creationId xmlns:a16="http://schemas.microsoft.com/office/drawing/2014/main" id="{42B8ED9D-1746-920A-4D9C-BEC7D49DD3AA}"/>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915341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88F99A-4FA3-101A-D43B-60A9A7EE47C8}"/>
              </a:ext>
            </a:extLst>
          </p:cNvPr>
          <p:cNvSpPr>
            <a:spLocks noGrp="1"/>
          </p:cNvSpPr>
          <p:nvPr>
            <p:ph type="title"/>
          </p:nvPr>
        </p:nvSpPr>
        <p:spPr/>
        <p:txBody>
          <a:bodyPr/>
          <a:lstStyle/>
          <a:p>
            <a:r>
              <a:rPr lang="de-DE" dirty="0"/>
              <a:t>Welche Kriterien nutzt das Model hauptsächlich zur Klassifizierung? – </a:t>
            </a:r>
            <a:r>
              <a:rPr lang="en-US" dirty="0"/>
              <a:t>RGB-</a:t>
            </a:r>
            <a:r>
              <a:rPr lang="en-US" dirty="0" err="1"/>
              <a:t>Kanäle</a:t>
            </a:r>
            <a:r>
              <a:rPr lang="en-US" dirty="0"/>
              <a:t> </a:t>
            </a:r>
            <a:r>
              <a:rPr lang="en-US" dirty="0" err="1"/>
              <a:t>Detailanalyse</a:t>
            </a:r>
            <a:endParaRPr lang="en-DE" dirty="0"/>
          </a:p>
        </p:txBody>
      </p:sp>
      <p:pic>
        <p:nvPicPr>
          <p:cNvPr id="7" name="Inhaltsplatzhalter 6">
            <a:extLst>
              <a:ext uri="{FF2B5EF4-FFF2-40B4-BE49-F238E27FC236}">
                <a16:creationId xmlns:a16="http://schemas.microsoft.com/office/drawing/2014/main" id="{8036BF37-DEB3-C012-0DB6-795A564FABA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7408" y="1340768"/>
            <a:ext cx="10176321" cy="3364385"/>
          </a:xfrm>
        </p:spPr>
      </p:pic>
      <p:sp>
        <p:nvSpPr>
          <p:cNvPr id="5" name="Foliennummernplatzhalter 4">
            <a:extLst>
              <a:ext uri="{FF2B5EF4-FFF2-40B4-BE49-F238E27FC236}">
                <a16:creationId xmlns:a16="http://schemas.microsoft.com/office/drawing/2014/main" id="{125B148E-4600-ABD9-FC23-EA35479EEE11}"/>
              </a:ext>
            </a:extLst>
          </p:cNvPr>
          <p:cNvSpPr>
            <a:spLocks noGrp="1"/>
          </p:cNvSpPr>
          <p:nvPr>
            <p:ph type="sldNum" sz="quarter" idx="4"/>
          </p:nvPr>
        </p:nvSpPr>
        <p:spPr/>
        <p:txBody>
          <a:bodyPr/>
          <a:lstStyle/>
          <a:p>
            <a:fld id="{029DE7E0-E051-4C03-AF53-7018E0F7EF0C}" type="slidenum">
              <a:rPr lang="de-DE" altLang="de-DE" smtClean="0"/>
              <a:pPr/>
              <a:t>20</a:t>
            </a:fld>
            <a:endParaRPr lang="de-DE" altLang="de-DE"/>
          </a:p>
        </p:txBody>
      </p:sp>
      <p:sp>
        <p:nvSpPr>
          <p:cNvPr id="8" name="Textfeld 7">
            <a:extLst>
              <a:ext uri="{FF2B5EF4-FFF2-40B4-BE49-F238E27FC236}">
                <a16:creationId xmlns:a16="http://schemas.microsoft.com/office/drawing/2014/main" id="{8797DF71-DE75-D708-358E-10C2A3B37816}"/>
              </a:ext>
            </a:extLst>
          </p:cNvPr>
          <p:cNvSpPr txBox="1"/>
          <p:nvPr/>
        </p:nvSpPr>
        <p:spPr>
          <a:xfrm>
            <a:off x="2855640" y="4797152"/>
            <a:ext cx="7416824" cy="128753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Rot-Kanal: </a:t>
            </a:r>
            <a:r>
              <a:rPr lang="en-US" dirty="0" err="1"/>
              <a:t>Größte</a:t>
            </a:r>
            <a:r>
              <a:rPr lang="en-US" dirty="0"/>
              <a:t> </a:t>
            </a:r>
            <a:r>
              <a:rPr lang="en-US" dirty="0" err="1"/>
              <a:t>Differenz</a:t>
            </a:r>
            <a:r>
              <a:rPr lang="en-US" dirty="0"/>
              <a:t> </a:t>
            </a:r>
            <a:r>
              <a:rPr lang="en-US" dirty="0" err="1"/>
              <a:t>zwischen</a:t>
            </a:r>
            <a:r>
              <a:rPr lang="en-US" dirty="0"/>
              <a:t> den Klassen</a:t>
            </a:r>
          </a:p>
          <a:p>
            <a:pPr marL="285750" indent="-285750">
              <a:lnSpc>
                <a:spcPct val="150000"/>
              </a:lnSpc>
              <a:buFont typeface="Arial" panose="020B0604020202020204" pitchFamily="34" charset="0"/>
              <a:buChar char="•"/>
            </a:pPr>
            <a:r>
              <a:rPr lang="en-US" dirty="0"/>
              <a:t>Blau-Kanal: </a:t>
            </a:r>
            <a:r>
              <a:rPr lang="en-US" dirty="0" err="1"/>
              <a:t>Zweitgrößte</a:t>
            </a:r>
            <a:r>
              <a:rPr lang="en-US" dirty="0"/>
              <a:t> </a:t>
            </a:r>
            <a:r>
              <a:rPr lang="en-US" dirty="0" err="1"/>
              <a:t>Differenz</a:t>
            </a:r>
            <a:r>
              <a:rPr lang="en-US" dirty="0"/>
              <a:t> – </a:t>
            </a:r>
            <a:r>
              <a:rPr lang="en-US" dirty="0" err="1"/>
              <a:t>unterstützt</a:t>
            </a:r>
            <a:r>
              <a:rPr lang="en-US" dirty="0"/>
              <a:t> die </a:t>
            </a:r>
            <a:r>
              <a:rPr lang="en-US" dirty="0" err="1"/>
              <a:t>Klassifikation</a:t>
            </a:r>
            <a:endParaRPr lang="en-US" dirty="0"/>
          </a:p>
          <a:p>
            <a:pPr marL="285750" indent="-285750">
              <a:lnSpc>
                <a:spcPct val="150000"/>
              </a:lnSpc>
              <a:buFont typeface="Arial" panose="020B0604020202020204" pitchFamily="34" charset="0"/>
              <a:buChar char="•"/>
            </a:pPr>
            <a:r>
              <a:rPr lang="en-US" dirty="0"/>
              <a:t>Grün-Kanal: </a:t>
            </a:r>
            <a:r>
              <a:rPr lang="en-US" dirty="0" err="1"/>
              <a:t>Kleinere</a:t>
            </a:r>
            <a:r>
              <a:rPr lang="en-US" dirty="0"/>
              <a:t> </a:t>
            </a:r>
            <a:r>
              <a:rPr lang="en-US" dirty="0" err="1"/>
              <a:t>aber</a:t>
            </a:r>
            <a:r>
              <a:rPr lang="en-US" dirty="0"/>
              <a:t> </a:t>
            </a:r>
            <a:r>
              <a:rPr lang="en-US" dirty="0" err="1"/>
              <a:t>messbare</a:t>
            </a:r>
            <a:r>
              <a:rPr lang="en-US" dirty="0"/>
              <a:t> </a:t>
            </a:r>
            <a:r>
              <a:rPr lang="en-US" dirty="0" err="1"/>
              <a:t>Differenz</a:t>
            </a:r>
            <a:endParaRPr lang="en-US" dirty="0"/>
          </a:p>
        </p:txBody>
      </p:sp>
      <p:sp>
        <p:nvSpPr>
          <p:cNvPr id="3" name="Fußzeilenplatzhalter 3">
            <a:extLst>
              <a:ext uri="{FF2B5EF4-FFF2-40B4-BE49-F238E27FC236}">
                <a16:creationId xmlns:a16="http://schemas.microsoft.com/office/drawing/2014/main" id="{D71A1F20-4E1A-43AD-AA7F-41832CE844A6}"/>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264139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4010CA-FA90-C551-4B2E-BC5C6C34FE57}"/>
              </a:ext>
            </a:extLst>
          </p:cNvPr>
          <p:cNvSpPr>
            <a:spLocks noGrp="1"/>
          </p:cNvSpPr>
          <p:nvPr>
            <p:ph type="title"/>
          </p:nvPr>
        </p:nvSpPr>
        <p:spPr/>
        <p:txBody>
          <a:bodyPr/>
          <a:lstStyle/>
          <a:p>
            <a:r>
              <a:rPr lang="de-DE" dirty="0"/>
              <a:t>Welche Kriterien nutzt das Model hauptsächlich zur Klassifizierung? – Rot vs. Blau </a:t>
            </a:r>
            <a:r>
              <a:rPr lang="de-DE" dirty="0" err="1"/>
              <a:t>Scatter</a:t>
            </a:r>
            <a:endParaRPr lang="en-DE" dirty="0"/>
          </a:p>
        </p:txBody>
      </p:sp>
      <p:sp>
        <p:nvSpPr>
          <p:cNvPr id="5" name="Foliennummernplatzhalter 4">
            <a:extLst>
              <a:ext uri="{FF2B5EF4-FFF2-40B4-BE49-F238E27FC236}">
                <a16:creationId xmlns:a16="http://schemas.microsoft.com/office/drawing/2014/main" id="{3A9B289F-E2CE-2423-29E7-E673CAF1AEA3}"/>
              </a:ext>
            </a:extLst>
          </p:cNvPr>
          <p:cNvSpPr>
            <a:spLocks noGrp="1"/>
          </p:cNvSpPr>
          <p:nvPr>
            <p:ph type="sldNum" sz="quarter" idx="4"/>
          </p:nvPr>
        </p:nvSpPr>
        <p:spPr/>
        <p:txBody>
          <a:bodyPr/>
          <a:lstStyle/>
          <a:p>
            <a:fld id="{029DE7E0-E051-4C03-AF53-7018E0F7EF0C}" type="slidenum">
              <a:rPr lang="de-DE" altLang="de-DE" smtClean="0"/>
              <a:pPr/>
              <a:t>21</a:t>
            </a:fld>
            <a:endParaRPr lang="de-DE" altLang="de-DE"/>
          </a:p>
        </p:txBody>
      </p:sp>
      <p:sp>
        <p:nvSpPr>
          <p:cNvPr id="12" name="Textfeld 11">
            <a:extLst>
              <a:ext uri="{FF2B5EF4-FFF2-40B4-BE49-F238E27FC236}">
                <a16:creationId xmlns:a16="http://schemas.microsoft.com/office/drawing/2014/main" id="{E2E2F774-08EA-C9EF-AE18-A69C068D45E0}"/>
              </a:ext>
            </a:extLst>
          </p:cNvPr>
          <p:cNvSpPr txBox="1"/>
          <p:nvPr/>
        </p:nvSpPr>
        <p:spPr>
          <a:xfrm>
            <a:off x="5447928" y="2132857"/>
            <a:ext cx="5616624"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Cluster </a:t>
            </a:r>
            <a:r>
              <a:rPr lang="en-US" dirty="0" err="1"/>
              <a:t>Trennung</a:t>
            </a:r>
            <a:r>
              <a:rPr lang="en-US" dirty="0"/>
              <a:t> </a:t>
            </a:r>
            <a:r>
              <a:rPr lang="en-US" dirty="0" err="1"/>
              <a:t>durch</a:t>
            </a:r>
            <a:r>
              <a:rPr lang="en-US" dirty="0"/>
              <a:t> </a:t>
            </a:r>
            <a:r>
              <a:rPr lang="en-US" dirty="0" err="1"/>
              <a:t>kombinierte</a:t>
            </a:r>
            <a:r>
              <a:rPr lang="en-US" dirty="0"/>
              <a:t> RGB-</a:t>
            </a:r>
            <a:r>
              <a:rPr lang="en-US" dirty="0" err="1"/>
              <a:t>Indikatoren</a:t>
            </a:r>
            <a:endParaRPr lang="en-US" dirty="0"/>
          </a:p>
          <a:p>
            <a:pPr marL="285750" indent="-285750">
              <a:lnSpc>
                <a:spcPct val="150000"/>
              </a:lnSpc>
              <a:buFont typeface="Arial" panose="020B0604020202020204" pitchFamily="34" charset="0"/>
              <a:buChar char="•"/>
            </a:pPr>
            <a:r>
              <a:rPr lang="de-DE" dirty="0"/>
              <a:t>Alle RGB-Mittelwerte sind Komponenten der Gesamt-Helligkeit</a:t>
            </a:r>
          </a:p>
          <a:p>
            <a:pPr marL="285750" indent="-285750">
              <a:buFont typeface="Arial" panose="020B0604020202020204" pitchFamily="34" charset="0"/>
              <a:buChar char="•"/>
            </a:pPr>
            <a:endParaRPr lang="en-US" dirty="0"/>
          </a:p>
          <a:p>
            <a:endParaRPr lang="en-US" dirty="0"/>
          </a:p>
          <a:p>
            <a:r>
              <a:rPr lang="en-US" b="1" dirty="0" err="1"/>
              <a:t>Bestätigt</a:t>
            </a:r>
            <a:r>
              <a:rPr lang="en-US" b="1" dirty="0"/>
              <a:t>: </a:t>
            </a:r>
            <a:r>
              <a:rPr lang="de-DE" dirty="0"/>
              <a:t>Das Modell nutzt Helligkeit als Haupt-Trockenheits-Indikator</a:t>
            </a:r>
            <a:endParaRPr lang="en-US" dirty="0"/>
          </a:p>
        </p:txBody>
      </p:sp>
      <p:pic>
        <p:nvPicPr>
          <p:cNvPr id="20" name="Inhaltsplatzhalter 19">
            <a:extLst>
              <a:ext uri="{FF2B5EF4-FFF2-40B4-BE49-F238E27FC236}">
                <a16:creationId xmlns:a16="http://schemas.microsoft.com/office/drawing/2014/main" id="{E1055EA3-AE7B-CCAB-9D96-885ADB531D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1384" y="1772816"/>
            <a:ext cx="4501220" cy="4104456"/>
          </a:xfrm>
        </p:spPr>
      </p:pic>
      <p:cxnSp>
        <p:nvCxnSpPr>
          <p:cNvPr id="22" name="Gerader Verbinder 21">
            <a:extLst>
              <a:ext uri="{FF2B5EF4-FFF2-40B4-BE49-F238E27FC236}">
                <a16:creationId xmlns:a16="http://schemas.microsoft.com/office/drawing/2014/main" id="{58388F31-E629-9D3E-95BE-07857B73C12F}"/>
              </a:ext>
            </a:extLst>
          </p:cNvPr>
          <p:cNvCxnSpPr>
            <a:cxnSpLocks/>
          </p:cNvCxnSpPr>
          <p:nvPr/>
        </p:nvCxnSpPr>
        <p:spPr>
          <a:xfrm>
            <a:off x="1775520" y="2636912"/>
            <a:ext cx="2592288" cy="2592288"/>
          </a:xfrm>
          <a:prstGeom prst="line">
            <a:avLst/>
          </a:prstGeom>
          <a:ln w="38100"/>
        </p:spPr>
        <p:style>
          <a:lnRef idx="1">
            <a:schemeClr val="dk1"/>
          </a:lnRef>
          <a:fillRef idx="0">
            <a:schemeClr val="dk1"/>
          </a:fillRef>
          <a:effectRef idx="0">
            <a:schemeClr val="dk1"/>
          </a:effectRef>
          <a:fontRef idx="minor">
            <a:schemeClr val="tx1"/>
          </a:fontRef>
        </p:style>
      </p:cxnSp>
      <p:sp>
        <p:nvSpPr>
          <p:cNvPr id="3" name="Fußzeilenplatzhalter 3">
            <a:extLst>
              <a:ext uri="{FF2B5EF4-FFF2-40B4-BE49-F238E27FC236}">
                <a16:creationId xmlns:a16="http://schemas.microsoft.com/office/drawing/2014/main" id="{F7384BC3-D831-62C6-475B-E191E67193E4}"/>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2209295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19F390B-FE8D-D71C-D833-911E60508D93}"/>
              </a:ext>
            </a:extLst>
          </p:cNvPr>
          <p:cNvSpPr>
            <a:spLocks noGrp="1"/>
          </p:cNvSpPr>
          <p:nvPr>
            <p:ph type="title"/>
          </p:nvPr>
        </p:nvSpPr>
        <p:spPr/>
        <p:txBody>
          <a:bodyPr/>
          <a:lstStyle/>
          <a:p>
            <a:r>
              <a:rPr lang="de-DE" dirty="0"/>
              <a:t>Referenzen</a:t>
            </a:r>
          </a:p>
        </p:txBody>
      </p:sp>
      <p:graphicFrame>
        <p:nvGraphicFramePr>
          <p:cNvPr id="6" name="Inhaltsplatzhalter 5">
            <a:extLst>
              <a:ext uri="{FF2B5EF4-FFF2-40B4-BE49-F238E27FC236}">
                <a16:creationId xmlns:a16="http://schemas.microsoft.com/office/drawing/2014/main" id="{B618E5E9-266D-B414-71BB-2CC2E6C4A88C}"/>
              </a:ext>
            </a:extLst>
          </p:cNvPr>
          <p:cNvGraphicFramePr>
            <a:graphicFrameLocks noGrp="1"/>
          </p:cNvGraphicFramePr>
          <p:nvPr>
            <p:ph idx="1"/>
            <p:extLst>
              <p:ext uri="{D42A27DB-BD31-4B8C-83A1-F6EECF244321}">
                <p14:modId xmlns:p14="http://schemas.microsoft.com/office/powerpoint/2010/main" val="3692036946"/>
              </p:ext>
            </p:extLst>
          </p:nvPr>
        </p:nvGraphicFramePr>
        <p:xfrm>
          <a:off x="384175" y="1295400"/>
          <a:ext cx="10752138" cy="2011680"/>
        </p:xfrm>
        <a:graphic>
          <a:graphicData uri="http://schemas.openxmlformats.org/drawingml/2006/table">
            <a:tbl>
              <a:tblPr firstRow="1" bandRow="1">
                <a:tableStyleId>{69CF1AB2-1976-4502-BF36-3FF5EA218861}</a:tableStyleId>
              </a:tblPr>
              <a:tblGrid>
                <a:gridCol w="599257">
                  <a:extLst>
                    <a:ext uri="{9D8B030D-6E8A-4147-A177-3AD203B41FA5}">
                      <a16:colId xmlns:a16="http://schemas.microsoft.com/office/drawing/2014/main" val="1069174546"/>
                    </a:ext>
                  </a:extLst>
                </a:gridCol>
                <a:gridCol w="10152881">
                  <a:extLst>
                    <a:ext uri="{9D8B030D-6E8A-4147-A177-3AD203B41FA5}">
                      <a16:colId xmlns:a16="http://schemas.microsoft.com/office/drawing/2014/main" val="693304614"/>
                    </a:ext>
                  </a:extLst>
                </a:gridCol>
              </a:tblGrid>
              <a:tr h="324000">
                <a:tc>
                  <a:txBody>
                    <a:bodyPr/>
                    <a:lstStyle/>
                    <a:p>
                      <a:r>
                        <a:rPr lang="de-DE" sz="1600" b="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1097253" rtl="0" eaLnBrk="1" fontAlgn="auto" latinLnBrk="0" hangingPunct="1">
                        <a:lnSpc>
                          <a:spcPct val="100000"/>
                        </a:lnSpc>
                        <a:spcBef>
                          <a:spcPts val="0"/>
                        </a:spcBef>
                        <a:spcAft>
                          <a:spcPts val="0"/>
                        </a:spcAft>
                        <a:buClrTx/>
                        <a:buSzTx/>
                        <a:buFontTx/>
                        <a:buNone/>
                        <a:tabLst/>
                        <a:defRPr/>
                      </a:pPr>
                      <a:r>
                        <a:rPr lang="de-DE" sz="1600" b="0" dirty="0"/>
                        <a:t>Datensatz: </a:t>
                      </a:r>
                      <a:r>
                        <a:rPr lang="de-DE" sz="1600" dirty="0">
                          <a:solidFill>
                            <a:srgbClr val="FF0000"/>
                          </a:solidFill>
                          <a:hlinkClick r:id="rId2"/>
                        </a:rPr>
                        <a:t>https://www.kaggle.com/datasets/abdelghaniaaba/wildfire-prediction-dataset/</a:t>
                      </a:r>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86237"/>
                  </a:ext>
                </a:extLst>
              </a:tr>
              <a:tr h="324000">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643801"/>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953522"/>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78692939"/>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8367831"/>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94118038"/>
                  </a:ext>
                </a:extLst>
              </a:tr>
            </a:tbl>
          </a:graphicData>
        </a:graphic>
      </p:graphicFrame>
      <p:sp>
        <p:nvSpPr>
          <p:cNvPr id="5" name="Foliennummernplatzhalter 4">
            <a:extLst>
              <a:ext uri="{FF2B5EF4-FFF2-40B4-BE49-F238E27FC236}">
                <a16:creationId xmlns:a16="http://schemas.microsoft.com/office/drawing/2014/main" id="{DAEAC6CB-03FF-38E3-BF61-B1318C7A5C90}"/>
              </a:ext>
            </a:extLst>
          </p:cNvPr>
          <p:cNvSpPr>
            <a:spLocks noGrp="1"/>
          </p:cNvSpPr>
          <p:nvPr>
            <p:ph type="sldNum" sz="quarter" idx="4"/>
          </p:nvPr>
        </p:nvSpPr>
        <p:spPr/>
        <p:txBody>
          <a:bodyPr/>
          <a:lstStyle/>
          <a:p>
            <a:fld id="{029DE7E0-E051-4C03-AF53-7018E0F7EF0C}" type="slidenum">
              <a:rPr lang="de-DE" altLang="de-DE" smtClean="0"/>
              <a:pPr/>
              <a:t>22</a:t>
            </a:fld>
            <a:endParaRPr lang="de-DE" altLang="de-DE"/>
          </a:p>
        </p:txBody>
      </p:sp>
      <p:sp>
        <p:nvSpPr>
          <p:cNvPr id="3" name="Fußzeilenplatzhalter 3">
            <a:extLst>
              <a:ext uri="{FF2B5EF4-FFF2-40B4-BE49-F238E27FC236}">
                <a16:creationId xmlns:a16="http://schemas.microsoft.com/office/drawing/2014/main" id="{0C9E6343-3F7D-A670-A261-60697D0DDCBA}"/>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1482981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7F87A-CA6C-94BC-4DE7-2BE545F9BF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E26F7AF-25A2-93EB-A20B-BA26664EE3E2}"/>
              </a:ext>
            </a:extLst>
          </p:cNvPr>
          <p:cNvSpPr>
            <a:spLocks noGrp="1"/>
          </p:cNvSpPr>
          <p:nvPr>
            <p:ph type="title"/>
          </p:nvPr>
        </p:nvSpPr>
        <p:spPr/>
        <p:txBody>
          <a:bodyPr/>
          <a:lstStyle/>
          <a:p>
            <a:r>
              <a:rPr lang="de-DE" dirty="0"/>
              <a:t>Bild Referenzen</a:t>
            </a:r>
          </a:p>
        </p:txBody>
      </p:sp>
      <p:graphicFrame>
        <p:nvGraphicFramePr>
          <p:cNvPr id="6" name="Inhaltsplatzhalter 5">
            <a:extLst>
              <a:ext uri="{FF2B5EF4-FFF2-40B4-BE49-F238E27FC236}">
                <a16:creationId xmlns:a16="http://schemas.microsoft.com/office/drawing/2014/main" id="{2933E0DF-350C-5CC2-5856-41BFDC6432BA}"/>
              </a:ext>
            </a:extLst>
          </p:cNvPr>
          <p:cNvGraphicFramePr>
            <a:graphicFrameLocks noGrp="1"/>
          </p:cNvGraphicFramePr>
          <p:nvPr>
            <p:ph idx="1"/>
            <p:extLst>
              <p:ext uri="{D42A27DB-BD31-4B8C-83A1-F6EECF244321}">
                <p14:modId xmlns:p14="http://schemas.microsoft.com/office/powerpoint/2010/main" val="1140990884"/>
              </p:ext>
            </p:extLst>
          </p:nvPr>
        </p:nvGraphicFramePr>
        <p:xfrm>
          <a:off x="384175" y="1295400"/>
          <a:ext cx="10752138" cy="2499360"/>
        </p:xfrm>
        <a:graphic>
          <a:graphicData uri="http://schemas.openxmlformats.org/drawingml/2006/table">
            <a:tbl>
              <a:tblPr firstRow="1" bandRow="1">
                <a:tableStyleId>{69CF1AB2-1976-4502-BF36-3FF5EA218861}</a:tableStyleId>
              </a:tblPr>
              <a:tblGrid>
                <a:gridCol w="599257">
                  <a:extLst>
                    <a:ext uri="{9D8B030D-6E8A-4147-A177-3AD203B41FA5}">
                      <a16:colId xmlns:a16="http://schemas.microsoft.com/office/drawing/2014/main" val="1069174546"/>
                    </a:ext>
                  </a:extLst>
                </a:gridCol>
                <a:gridCol w="10152881">
                  <a:extLst>
                    <a:ext uri="{9D8B030D-6E8A-4147-A177-3AD203B41FA5}">
                      <a16:colId xmlns:a16="http://schemas.microsoft.com/office/drawing/2014/main" val="693304614"/>
                    </a:ext>
                  </a:extLst>
                </a:gridCol>
              </a:tblGrid>
              <a:tr h="324000">
                <a:tc>
                  <a:txBody>
                    <a:bodyPr/>
                    <a:lstStyle/>
                    <a:p>
                      <a:r>
                        <a:rPr lang="de-DE" sz="1600" b="0" dirty="0"/>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de-DE" sz="1600" b="0" dirty="0"/>
                        <a:t>https://external-content.duckduckgo.com/iu/?u=https%3A%2F%2Flearnopencv.com%2Fwp-content%2Fuploads%2F2023%2F12%2FGradCAM-glioma-768x268.png&amp;f=1&amp;nofb=1&amp;ipt=005557ac801ce9a021dbbf7f468e3ad4c3f8cf41e29fdb3a08d82a4f2ca5eb35</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286237"/>
                  </a:ext>
                </a:extLst>
              </a:tr>
              <a:tr h="324000">
                <a:tc>
                  <a:txBody>
                    <a:bodyPr/>
                    <a:lstStyle/>
                    <a:p>
                      <a:r>
                        <a:rPr lang="de-DE" sz="1600" dirty="0"/>
                        <a: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de-DE" sz="1600" dirty="0"/>
                        <a:t>https://da-oben.de/waldbrand/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7643801"/>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3953522"/>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78692939"/>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98367831"/>
                  </a:ext>
                </a:extLst>
              </a:tr>
              <a:tr h="324000">
                <a:tc>
                  <a:txBody>
                    <a:bodyPr/>
                    <a:lstStyle/>
                    <a:p>
                      <a:endParaRPr lang="de-DE" sz="160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de-DE" sz="16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94118038"/>
                  </a:ext>
                </a:extLst>
              </a:tr>
            </a:tbl>
          </a:graphicData>
        </a:graphic>
      </p:graphicFrame>
      <p:sp>
        <p:nvSpPr>
          <p:cNvPr id="5" name="Foliennummernplatzhalter 4">
            <a:extLst>
              <a:ext uri="{FF2B5EF4-FFF2-40B4-BE49-F238E27FC236}">
                <a16:creationId xmlns:a16="http://schemas.microsoft.com/office/drawing/2014/main" id="{1CCF7A4F-C7DC-9658-3552-A49D06BB6AB0}"/>
              </a:ext>
            </a:extLst>
          </p:cNvPr>
          <p:cNvSpPr>
            <a:spLocks noGrp="1"/>
          </p:cNvSpPr>
          <p:nvPr>
            <p:ph type="sldNum" sz="quarter" idx="4"/>
          </p:nvPr>
        </p:nvSpPr>
        <p:spPr/>
        <p:txBody>
          <a:bodyPr/>
          <a:lstStyle/>
          <a:p>
            <a:fld id="{029DE7E0-E051-4C03-AF53-7018E0F7EF0C}" type="slidenum">
              <a:rPr lang="de-DE" altLang="de-DE" smtClean="0"/>
              <a:pPr/>
              <a:t>23</a:t>
            </a:fld>
            <a:endParaRPr lang="de-DE" altLang="de-DE"/>
          </a:p>
        </p:txBody>
      </p:sp>
      <p:sp>
        <p:nvSpPr>
          <p:cNvPr id="3" name="Fußzeilenplatzhalter 3">
            <a:extLst>
              <a:ext uri="{FF2B5EF4-FFF2-40B4-BE49-F238E27FC236}">
                <a16:creationId xmlns:a16="http://schemas.microsoft.com/office/drawing/2014/main" id="{8B70F4C5-3645-015E-617E-E07FBC14236B}"/>
              </a:ext>
            </a:extLst>
          </p:cNvPr>
          <p:cNvSpPr>
            <a:spLocks noGrp="1"/>
          </p:cNvSpPr>
          <p:nvPr>
            <p:ph type="ftr" sz="quarter" idx="3"/>
          </p:nvPr>
        </p:nvSpPr>
        <p:spPr>
          <a:xfrm>
            <a:off x="3294596" y="6492240"/>
            <a:ext cx="5602808" cy="365760"/>
          </a:xfrm>
        </p:spPr>
        <p:txBody>
          <a:bodyPr/>
          <a:lstStyle/>
          <a:p>
            <a:pPr>
              <a:defRPr/>
            </a:pPr>
            <a:r>
              <a:rPr lang="de-DE" dirty="0"/>
              <a:t>Waldbranderkennung mittels Bildklassifikation| Schulte-Glade, </a:t>
            </a:r>
            <a:r>
              <a:rPr lang="de-DE" dirty="0" err="1"/>
              <a:t>Lanijri</a:t>
            </a:r>
            <a:r>
              <a:rPr lang="de-DE" dirty="0"/>
              <a:t>, Schmitz</a:t>
            </a:r>
          </a:p>
        </p:txBody>
      </p:sp>
    </p:spTree>
    <p:extLst>
      <p:ext uri="{BB962C8B-B14F-4D97-AF65-F5344CB8AC3E}">
        <p14:creationId xmlns:p14="http://schemas.microsoft.com/office/powerpoint/2010/main" val="3246341753"/>
      </p:ext>
    </p:extLst>
  </p:cSld>
  <p:clrMapOvr>
    <a:masterClrMapping/>
  </p:clrMapOvr>
</p:sld>
</file>

<file path=ppt/theme/theme1.xml><?xml version="1.0" encoding="utf-8"?>
<a:theme xmlns:a="http://schemas.openxmlformats.org/drawingml/2006/main" name="1_FHAAC Design weiß auf schwarz">
  <a:themeElements>
    <a:clrScheme name="FH Farben">
      <a:dk1>
        <a:sysClr val="windowText" lastClr="000000"/>
      </a:dk1>
      <a:lt1>
        <a:sysClr val="window" lastClr="FFFFFF"/>
      </a:lt1>
      <a:dk2>
        <a:srgbClr val="000000"/>
      </a:dk2>
      <a:lt2>
        <a:srgbClr val="FFFFFF"/>
      </a:lt2>
      <a:accent1>
        <a:srgbClr val="00B1AC"/>
      </a:accent1>
      <a:accent2>
        <a:srgbClr val="13A39A"/>
      </a:accent2>
      <a:accent3>
        <a:srgbClr val="0C9088"/>
      </a:accent3>
      <a:accent4>
        <a:srgbClr val="006D68"/>
      </a:accent4>
      <a:accent5>
        <a:srgbClr val="004744"/>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1468</Words>
  <Application>Microsoft Office PowerPoint</Application>
  <PresentationFormat>Breitbild</PresentationFormat>
  <Paragraphs>227</Paragraphs>
  <Slides>23</Slides>
  <Notes>9</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Arial</vt:lpstr>
      <vt:lpstr>Calibri</vt:lpstr>
      <vt:lpstr>Verdana</vt:lpstr>
      <vt:lpstr>Wingdings</vt:lpstr>
      <vt:lpstr>1_FHAAC Design weiß auf schwarz</vt:lpstr>
      <vt:lpstr>ADA 2025 – Waldbranderkennung mittels Bildklassifikation</vt:lpstr>
      <vt:lpstr>Inhaltsverzeichnis</vt:lpstr>
      <vt:lpstr>Datensatz</vt:lpstr>
      <vt:lpstr>Vorverarbeitung und Explorative Datenanalyse</vt:lpstr>
      <vt:lpstr>Einordung des Anwendungsproblems </vt:lpstr>
      <vt:lpstr>CNN-Architektur oder Transfer Learning? </vt:lpstr>
      <vt:lpstr>Welche CNN-Architektur erreicht die höchste Genauigkeit? </vt:lpstr>
      <vt:lpstr>Welche CNN-Architektur erreicht die höchste Genauigkeit? </vt:lpstr>
      <vt:lpstr>CNN-Architektur: Verwendete Layer</vt:lpstr>
      <vt:lpstr>Genauigkeit der Architektur:</vt:lpstr>
      <vt:lpstr>Wie wirkt sich Data Augmentation auf die Erkennungsgenauigkeit des Modells aus? </vt:lpstr>
      <vt:lpstr>Wie wirkt sich Data Augmentation auf die Erkennungsgenauigkeit des Modells aus? </vt:lpstr>
      <vt:lpstr>Wie wirkt sich Data Augmentation auf die Erkennungsgenauigkeit des Modells aus? </vt:lpstr>
      <vt:lpstr>Vergleich – unveränderte und veränderte Testdaten Baseline</vt:lpstr>
      <vt:lpstr>Vergleich – unveränderte und veränderte Testdaten Kombination</vt:lpstr>
      <vt:lpstr>Welche Kriterien nutzt das Model hauptsächlich zur Klassifizierung? - GradCam </vt:lpstr>
      <vt:lpstr>Welche Kriterien nutzt das Model hauptsächlich zur Klassifizierung? - GradCam</vt:lpstr>
      <vt:lpstr>Welche Kriterien nutzt das Model hauptsächlich zur Klassifizierung? - Hypothese</vt:lpstr>
      <vt:lpstr>Welche Kriterien nutzt das Model hauptsächlich zur Klassifizierung? – Feature Analyse</vt:lpstr>
      <vt:lpstr>Welche Kriterien nutzt das Model hauptsächlich zur Klassifizierung? – RGB-Kanäle Detailanalyse</vt:lpstr>
      <vt:lpstr>Welche Kriterien nutzt das Model hauptsächlich zur Klassifizierung? – Rot vs. Blau Scatter</vt:lpstr>
      <vt:lpstr>Referenzen</vt:lpstr>
      <vt:lpstr>Bild Referenzen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2020-04-20T17:11:29Z</dcterms:created>
  <dcterms:modified xsi:type="dcterms:W3CDTF">2025-06-15T16:38:31Z</dcterms:modified>
</cp:coreProperties>
</file>